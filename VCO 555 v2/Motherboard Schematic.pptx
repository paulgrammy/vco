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5664200" cy="6343650"/>
  <p:notesSz cx="5664200" cy="63436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5291" y="1966531"/>
            <a:ext cx="4819967" cy="13321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50582" y="3552444"/>
            <a:ext cx="3969385" cy="1585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3527" y="1459039"/>
            <a:ext cx="2466689" cy="41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20333" y="1459039"/>
            <a:ext cx="2466689" cy="41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3527" y="253746"/>
            <a:ext cx="5103495" cy="1014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3527" y="1459039"/>
            <a:ext cx="5103495" cy="41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27987" y="5899594"/>
            <a:ext cx="1814576" cy="3171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3527" y="5899594"/>
            <a:ext cx="1304226" cy="3171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082796" y="5899594"/>
            <a:ext cx="1304226" cy="3171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67653" y="1009204"/>
            <a:ext cx="171450" cy="172720"/>
          </a:xfrm>
          <a:custGeom>
            <a:avLst/>
            <a:gdLst/>
            <a:ahLst/>
            <a:cxnLst/>
            <a:rect l="l" t="t" r="r" b="b"/>
            <a:pathLst>
              <a:path w="171450" h="172719">
                <a:moveTo>
                  <a:pt x="171450" y="86105"/>
                </a:moveTo>
                <a:lnTo>
                  <a:pt x="0" y="0"/>
                </a:lnTo>
                <a:lnTo>
                  <a:pt x="0" y="172211"/>
                </a:lnTo>
                <a:lnTo>
                  <a:pt x="171450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848048" y="1009204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19" h="172719">
                <a:moveTo>
                  <a:pt x="172212" y="86105"/>
                </a:moveTo>
                <a:lnTo>
                  <a:pt x="0" y="0"/>
                </a:lnTo>
                <a:lnTo>
                  <a:pt x="0" y="172212"/>
                </a:lnTo>
                <a:lnTo>
                  <a:pt x="172212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05126" y="1439734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19" h="172719">
                <a:moveTo>
                  <a:pt x="172212" y="86105"/>
                </a:moveTo>
                <a:lnTo>
                  <a:pt x="0" y="0"/>
                </a:lnTo>
                <a:lnTo>
                  <a:pt x="0" y="172212"/>
                </a:lnTo>
                <a:lnTo>
                  <a:pt x="172212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19020" y="3762310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19" h="172720">
                <a:moveTo>
                  <a:pt x="172212" y="86105"/>
                </a:moveTo>
                <a:lnTo>
                  <a:pt x="0" y="0"/>
                </a:lnTo>
                <a:lnTo>
                  <a:pt x="0" y="172212"/>
                </a:lnTo>
                <a:lnTo>
                  <a:pt x="172212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28442" y="3804982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19" h="172720">
                <a:moveTo>
                  <a:pt x="172212" y="86105"/>
                </a:moveTo>
                <a:lnTo>
                  <a:pt x="0" y="0"/>
                </a:lnTo>
                <a:lnTo>
                  <a:pt x="0" y="172212"/>
                </a:lnTo>
                <a:lnTo>
                  <a:pt x="172212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170885" y="5332030"/>
            <a:ext cx="171450" cy="172720"/>
          </a:xfrm>
          <a:custGeom>
            <a:avLst/>
            <a:gdLst/>
            <a:ahLst/>
            <a:cxnLst/>
            <a:rect l="l" t="t" r="r" b="b"/>
            <a:pathLst>
              <a:path w="171450" h="172720">
                <a:moveTo>
                  <a:pt x="171450" y="86105"/>
                </a:moveTo>
                <a:lnTo>
                  <a:pt x="0" y="0"/>
                </a:lnTo>
                <a:lnTo>
                  <a:pt x="0" y="172211"/>
                </a:lnTo>
                <a:lnTo>
                  <a:pt x="171450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353760" y="4019866"/>
            <a:ext cx="171450" cy="172720"/>
          </a:xfrm>
          <a:custGeom>
            <a:avLst/>
            <a:gdLst/>
            <a:ahLst/>
            <a:cxnLst/>
            <a:rect l="l" t="t" r="r" b="b"/>
            <a:pathLst>
              <a:path w="171450" h="172720">
                <a:moveTo>
                  <a:pt x="171450" y="86105"/>
                </a:moveTo>
                <a:lnTo>
                  <a:pt x="0" y="0"/>
                </a:lnTo>
                <a:lnTo>
                  <a:pt x="0" y="172212"/>
                </a:lnTo>
                <a:lnTo>
                  <a:pt x="171450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708346" y="4063300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20" h="172720">
                <a:moveTo>
                  <a:pt x="172212" y="86105"/>
                </a:moveTo>
                <a:lnTo>
                  <a:pt x="0" y="0"/>
                </a:lnTo>
                <a:lnTo>
                  <a:pt x="0" y="172212"/>
                </a:lnTo>
                <a:lnTo>
                  <a:pt x="172212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751017" y="5590348"/>
            <a:ext cx="172720" cy="171450"/>
          </a:xfrm>
          <a:custGeom>
            <a:avLst/>
            <a:gdLst/>
            <a:ahLst/>
            <a:cxnLst/>
            <a:rect l="l" t="t" r="r" b="b"/>
            <a:pathLst>
              <a:path w="172720" h="171450">
                <a:moveTo>
                  <a:pt x="172212" y="86105"/>
                </a:moveTo>
                <a:lnTo>
                  <a:pt x="0" y="0"/>
                </a:lnTo>
                <a:lnTo>
                  <a:pt x="0" y="171450"/>
                </a:lnTo>
                <a:lnTo>
                  <a:pt x="172212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82538" y="5633020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20" h="172720">
                <a:moveTo>
                  <a:pt x="172212" y="86105"/>
                </a:moveTo>
                <a:lnTo>
                  <a:pt x="0" y="0"/>
                </a:lnTo>
                <a:lnTo>
                  <a:pt x="0" y="172212"/>
                </a:lnTo>
                <a:lnTo>
                  <a:pt x="172212" y="86105"/>
                </a:lnTo>
                <a:close/>
              </a:path>
            </a:pathLst>
          </a:custGeom>
          <a:solidFill>
            <a:srgbClr val="FFFF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3520513" y="2505391"/>
            <a:ext cx="91440" cy="24130"/>
            <a:chOff x="3520513" y="2505391"/>
            <a:chExt cx="91440" cy="24130"/>
          </a:xfrm>
        </p:grpSpPr>
        <p:sp>
          <p:nvSpPr>
            <p:cNvPr id="13" name="object 13" descr=""/>
            <p:cNvSpPr/>
            <p:nvPr/>
          </p:nvSpPr>
          <p:spPr>
            <a:xfrm>
              <a:off x="3526990" y="2517202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4">
                  <a:moveTo>
                    <a:pt x="6858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521656" y="250653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42992" y="251644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542992" y="250653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89">
                  <a:moveTo>
                    <a:pt x="9905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561280" y="250653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19812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10668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15240"/>
                  </a:lnTo>
                  <a:lnTo>
                    <a:pt x="11430" y="12954"/>
                  </a:lnTo>
                  <a:lnTo>
                    <a:pt x="10668" y="12192"/>
                  </a:lnTo>
                  <a:lnTo>
                    <a:pt x="8382" y="10668"/>
                  </a:lnTo>
                  <a:lnTo>
                    <a:pt x="4571" y="9906"/>
                  </a:lnTo>
                  <a:lnTo>
                    <a:pt x="2285" y="9144"/>
                  </a:lnTo>
                  <a:lnTo>
                    <a:pt x="1523" y="7620"/>
                  </a:lnTo>
                  <a:lnTo>
                    <a:pt x="0" y="6096"/>
                  </a:lnTo>
                  <a:lnTo>
                    <a:pt x="0" y="3810"/>
                  </a:lnTo>
                  <a:lnTo>
                    <a:pt x="1523" y="1524"/>
                  </a:lnTo>
                  <a:lnTo>
                    <a:pt x="2285" y="762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582616" y="251644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582616" y="2506534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10667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599380" y="250653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605476" y="250653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6479" y="2622358"/>
            <a:ext cx="157734" cy="172212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3366208" y="2321368"/>
            <a:ext cx="39370" cy="128905"/>
            <a:chOff x="3366208" y="2321368"/>
            <a:chExt cx="39370" cy="128905"/>
          </a:xfrm>
        </p:grpSpPr>
        <p:sp>
          <p:nvSpPr>
            <p:cNvPr id="24" name="object 24" descr=""/>
            <p:cNvSpPr/>
            <p:nvPr/>
          </p:nvSpPr>
          <p:spPr>
            <a:xfrm>
              <a:off x="3368494" y="2342704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89" h="86360">
                  <a:moveTo>
                    <a:pt x="34289" y="86106"/>
                  </a:moveTo>
                  <a:lnTo>
                    <a:pt x="34289" y="0"/>
                  </a:lnTo>
                  <a:lnTo>
                    <a:pt x="0" y="0"/>
                  </a:lnTo>
                  <a:lnTo>
                    <a:pt x="0" y="86106"/>
                  </a:lnTo>
                  <a:lnTo>
                    <a:pt x="34289" y="86106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386020" y="242881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386020" y="232136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2869383" y="2688652"/>
            <a:ext cx="129539" cy="39370"/>
            <a:chOff x="2869383" y="2688652"/>
            <a:chExt cx="129539" cy="39370"/>
          </a:xfrm>
        </p:grpSpPr>
        <p:sp>
          <p:nvSpPr>
            <p:cNvPr id="28" name="object 28" descr=""/>
            <p:cNvSpPr/>
            <p:nvPr/>
          </p:nvSpPr>
          <p:spPr>
            <a:xfrm>
              <a:off x="2890719" y="269093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869383" y="2708464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976825" y="2708464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3371922" y="2191447"/>
            <a:ext cx="27940" cy="45085"/>
            <a:chOff x="3371922" y="2191447"/>
            <a:chExt cx="27940" cy="45085"/>
          </a:xfrm>
        </p:grpSpPr>
        <p:sp>
          <p:nvSpPr>
            <p:cNvPr id="32" name="object 32" descr=""/>
            <p:cNvSpPr/>
            <p:nvPr/>
          </p:nvSpPr>
          <p:spPr>
            <a:xfrm>
              <a:off x="3373065" y="2192590"/>
              <a:ext cx="25400" cy="21590"/>
            </a:xfrm>
            <a:custGeom>
              <a:avLst/>
              <a:gdLst/>
              <a:ahLst/>
              <a:cxnLst/>
              <a:rect l="l" t="t" r="r" b="b"/>
              <a:pathLst>
                <a:path w="25400" h="21589">
                  <a:moveTo>
                    <a:pt x="0" y="21336"/>
                  </a:moveTo>
                  <a:lnTo>
                    <a:pt x="12954" y="0"/>
                  </a:lnTo>
                  <a:lnTo>
                    <a:pt x="2514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386019" y="219259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80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384876" y="2234119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3104080" y="2837242"/>
            <a:ext cx="47625" cy="129539"/>
            <a:chOff x="3104080" y="2837242"/>
            <a:chExt cx="47625" cy="129539"/>
          </a:xfrm>
        </p:grpSpPr>
        <p:sp>
          <p:nvSpPr>
            <p:cNvPr id="36" name="object 36" descr=""/>
            <p:cNvSpPr/>
            <p:nvPr/>
          </p:nvSpPr>
          <p:spPr>
            <a:xfrm>
              <a:off x="3106366" y="2880676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 h="0">
                  <a:moveTo>
                    <a:pt x="42672" y="0"/>
                  </a:moveTo>
                  <a:lnTo>
                    <a:pt x="0" y="0"/>
                  </a:lnTo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106366" y="288067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42672" y="42672"/>
                  </a:moveTo>
                  <a:lnTo>
                    <a:pt x="0" y="42672"/>
                  </a:lnTo>
                  <a:lnTo>
                    <a:pt x="21336" y="0"/>
                  </a:lnTo>
                  <a:lnTo>
                    <a:pt x="42672" y="42672"/>
                  </a:lnTo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127702" y="2837242"/>
              <a:ext cx="0" cy="129539"/>
            </a:xfrm>
            <a:custGeom>
              <a:avLst/>
              <a:gdLst/>
              <a:ahLst/>
              <a:cxnLst/>
              <a:rect l="l" t="t" r="r" b="b"/>
              <a:pathLst>
                <a:path w="0" h="129539">
                  <a:moveTo>
                    <a:pt x="0" y="86105"/>
                  </a:moveTo>
                  <a:lnTo>
                    <a:pt x="0" y="43433"/>
                  </a:lnTo>
                  <a:lnTo>
                    <a:pt x="0" y="0"/>
                  </a:lnTo>
                </a:path>
                <a:path w="0" h="129539">
                  <a:moveTo>
                    <a:pt x="0" y="86105"/>
                  </a:moveTo>
                  <a:lnTo>
                    <a:pt x="0" y="129539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9" name="object 3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4220" y="1006918"/>
            <a:ext cx="347853" cy="176784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9722" y="2397187"/>
            <a:ext cx="702564" cy="570738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4468441" y="750505"/>
            <a:ext cx="28575" cy="45085"/>
            <a:chOff x="4468441" y="750505"/>
            <a:chExt cx="28575" cy="45085"/>
          </a:xfrm>
        </p:grpSpPr>
        <p:sp>
          <p:nvSpPr>
            <p:cNvPr id="42" name="object 42" descr=""/>
            <p:cNvSpPr/>
            <p:nvPr/>
          </p:nvSpPr>
          <p:spPr>
            <a:xfrm>
              <a:off x="4469584" y="751648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5" h="21590">
                  <a:moveTo>
                    <a:pt x="0" y="21336"/>
                  </a:moveTo>
                  <a:lnTo>
                    <a:pt x="12954" y="0"/>
                  </a:lnTo>
                  <a:lnTo>
                    <a:pt x="2590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482538" y="751648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481395" y="79317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4288990" y="839278"/>
            <a:ext cx="128905" cy="39370"/>
            <a:chOff x="4288990" y="839278"/>
            <a:chExt cx="128905" cy="39370"/>
          </a:xfrm>
        </p:grpSpPr>
        <p:sp>
          <p:nvSpPr>
            <p:cNvPr id="46" name="object 46" descr=""/>
            <p:cNvSpPr/>
            <p:nvPr/>
          </p:nvSpPr>
          <p:spPr>
            <a:xfrm>
              <a:off x="4310326" y="841564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90">
                  <a:moveTo>
                    <a:pt x="86105" y="0"/>
                  </a:moveTo>
                  <a:lnTo>
                    <a:pt x="86105" y="34290"/>
                  </a:lnTo>
                  <a:lnTo>
                    <a:pt x="0" y="34290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288990" y="859090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396432" y="859090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3943422" y="839278"/>
            <a:ext cx="217170" cy="128905"/>
            <a:chOff x="3943422" y="839278"/>
            <a:chExt cx="217170" cy="128905"/>
          </a:xfrm>
        </p:grpSpPr>
        <p:sp>
          <p:nvSpPr>
            <p:cNvPr id="50" name="object 50" descr=""/>
            <p:cNvSpPr/>
            <p:nvPr/>
          </p:nvSpPr>
          <p:spPr>
            <a:xfrm>
              <a:off x="4052007" y="841564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90">
                  <a:moveTo>
                    <a:pt x="86105" y="0"/>
                  </a:moveTo>
                  <a:lnTo>
                    <a:pt x="86105" y="34290"/>
                  </a:lnTo>
                  <a:lnTo>
                    <a:pt x="0" y="34290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030671" y="859090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138113" y="859090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944565" y="923098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5">
                  <a:moveTo>
                    <a:pt x="22098" y="0"/>
                  </a:moveTo>
                  <a:lnTo>
                    <a:pt x="22098" y="22098"/>
                  </a:lnTo>
                  <a:lnTo>
                    <a:pt x="43434" y="22098"/>
                  </a:lnTo>
                  <a:lnTo>
                    <a:pt x="22098" y="43434"/>
                  </a:lnTo>
                  <a:lnTo>
                    <a:pt x="0" y="22098"/>
                  </a:lnTo>
                  <a:lnTo>
                    <a:pt x="22098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965520" y="92195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3206569" y="1138744"/>
            <a:ext cx="93345" cy="128905"/>
            <a:chOff x="3206569" y="1138744"/>
            <a:chExt cx="93345" cy="128905"/>
          </a:xfrm>
        </p:grpSpPr>
        <p:sp>
          <p:nvSpPr>
            <p:cNvPr id="56" name="object 56" descr=""/>
            <p:cNvSpPr/>
            <p:nvPr/>
          </p:nvSpPr>
          <p:spPr>
            <a:xfrm>
              <a:off x="3217618" y="1160080"/>
              <a:ext cx="35560" cy="86360"/>
            </a:xfrm>
            <a:custGeom>
              <a:avLst/>
              <a:gdLst/>
              <a:ahLst/>
              <a:cxnLst/>
              <a:rect l="l" t="t" r="r" b="b"/>
              <a:pathLst>
                <a:path w="35560" h="86359">
                  <a:moveTo>
                    <a:pt x="35051" y="86106"/>
                  </a:moveTo>
                  <a:lnTo>
                    <a:pt x="35051" y="0"/>
                  </a:lnTo>
                  <a:lnTo>
                    <a:pt x="0" y="0"/>
                  </a:lnTo>
                  <a:lnTo>
                    <a:pt x="0" y="86106"/>
                  </a:lnTo>
                  <a:lnTo>
                    <a:pt x="35051" y="86106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254194" y="1194370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80">
                  <a:moveTo>
                    <a:pt x="19812" y="17526"/>
                  </a:moveTo>
                  <a:lnTo>
                    <a:pt x="19812" y="0"/>
                  </a:lnTo>
                  <a:lnTo>
                    <a:pt x="0" y="8382"/>
                  </a:lnTo>
                  <a:lnTo>
                    <a:pt x="19812" y="17526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254194" y="1194370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80">
                  <a:moveTo>
                    <a:pt x="0" y="8382"/>
                  </a:moveTo>
                  <a:lnTo>
                    <a:pt x="19812" y="0"/>
                  </a:lnTo>
                  <a:lnTo>
                    <a:pt x="19812" y="17526"/>
                  </a:lnTo>
                  <a:lnTo>
                    <a:pt x="0" y="8382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261052" y="12027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67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235144" y="113874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229048" y="11433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207712" y="1149412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89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5334" y="3810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235144" y="124618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207712" y="1250758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89" h="13334">
                  <a:moveTo>
                    <a:pt x="0" y="12953"/>
                  </a:moveTo>
                  <a:lnTo>
                    <a:pt x="0" y="0"/>
                  </a:lnTo>
                  <a:lnTo>
                    <a:pt x="8382" y="6857"/>
                  </a:lnTo>
                  <a:lnTo>
                    <a:pt x="8382" y="3809"/>
                  </a:lnTo>
                  <a:lnTo>
                    <a:pt x="9144" y="2285"/>
                  </a:lnTo>
                  <a:lnTo>
                    <a:pt x="10667" y="761"/>
                  </a:lnTo>
                  <a:lnTo>
                    <a:pt x="12191" y="0"/>
                  </a:lnTo>
                  <a:lnTo>
                    <a:pt x="17526" y="0"/>
                  </a:lnTo>
                  <a:lnTo>
                    <a:pt x="19812" y="761"/>
                  </a:lnTo>
                  <a:lnTo>
                    <a:pt x="21336" y="3809"/>
                  </a:lnTo>
                  <a:lnTo>
                    <a:pt x="21336" y="9905"/>
                  </a:lnTo>
                  <a:lnTo>
                    <a:pt x="20574" y="12191"/>
                  </a:lnTo>
                  <a:lnTo>
                    <a:pt x="19812" y="12953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277816" y="1202752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281626" y="117608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762" y="1524"/>
                  </a:move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1524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3212664" y="1481263"/>
            <a:ext cx="45085" cy="45720"/>
            <a:chOff x="3212664" y="1481263"/>
            <a:chExt cx="45085" cy="45720"/>
          </a:xfrm>
        </p:grpSpPr>
        <p:sp>
          <p:nvSpPr>
            <p:cNvPr id="68" name="object 68" descr=""/>
            <p:cNvSpPr/>
            <p:nvPr/>
          </p:nvSpPr>
          <p:spPr>
            <a:xfrm>
              <a:off x="3213807" y="1482406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5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3434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234000" y="1481263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0" name="object 7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48048" y="760030"/>
            <a:ext cx="172212" cy="68580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3302580" y="1170367"/>
            <a:ext cx="98425" cy="30480"/>
            <a:chOff x="3302580" y="1170367"/>
            <a:chExt cx="98425" cy="30480"/>
          </a:xfrm>
        </p:grpSpPr>
        <p:sp>
          <p:nvSpPr>
            <p:cNvPr id="72" name="object 72" descr=""/>
            <p:cNvSpPr/>
            <p:nvPr/>
          </p:nvSpPr>
          <p:spPr>
            <a:xfrm>
              <a:off x="3303723" y="117303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0" y="0"/>
                  </a:moveTo>
                  <a:lnTo>
                    <a:pt x="6858" y="21336"/>
                  </a:lnTo>
                  <a:lnTo>
                    <a:pt x="1371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322011" y="1171510"/>
              <a:ext cx="18415" cy="28575"/>
            </a:xfrm>
            <a:custGeom>
              <a:avLst/>
              <a:gdLst/>
              <a:ahLst/>
              <a:cxnLst/>
              <a:rect l="l" t="t" r="r" b="b"/>
              <a:pathLst>
                <a:path w="18414" h="28575">
                  <a:moveTo>
                    <a:pt x="18287" y="0"/>
                  </a:moveTo>
                  <a:lnTo>
                    <a:pt x="0" y="2819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346395" y="1173034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10" h="21590">
                  <a:moveTo>
                    <a:pt x="5334" y="0"/>
                  </a:moveTo>
                  <a:lnTo>
                    <a:pt x="9144" y="0"/>
                  </a:lnTo>
                  <a:lnTo>
                    <a:pt x="11430" y="761"/>
                  </a:lnTo>
                  <a:lnTo>
                    <a:pt x="16065" y="6286"/>
                  </a:lnTo>
                  <a:lnTo>
                    <a:pt x="16065" y="15049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762" y="18288"/>
                  </a:lnTo>
                  <a:lnTo>
                    <a:pt x="0" y="14478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368960" y="1173796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5" h="20319">
                  <a:moveTo>
                    <a:pt x="13249" y="18287"/>
                  </a:moveTo>
                  <a:lnTo>
                    <a:pt x="12487" y="19811"/>
                  </a:lnTo>
                  <a:lnTo>
                    <a:pt x="3175" y="18771"/>
                  </a:lnTo>
                  <a:lnTo>
                    <a:pt x="0" y="9891"/>
                  </a:lnTo>
                  <a:lnTo>
                    <a:pt x="3068" y="1018"/>
                  </a:lnTo>
                  <a:lnTo>
                    <a:pt x="12487" y="0"/>
                  </a:lnTo>
                  <a:lnTo>
                    <a:pt x="13249" y="761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388305" y="117303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394401" y="117303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8" name="object 7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05376" y="1006918"/>
            <a:ext cx="257556" cy="176784"/>
          </a:xfrm>
          <a:prstGeom prst="rect">
            <a:avLst/>
          </a:prstGeom>
        </p:spPr>
      </p:pic>
      <p:grpSp>
        <p:nvGrpSpPr>
          <p:cNvPr id="79" name="object 79" descr=""/>
          <p:cNvGrpSpPr/>
          <p:nvPr/>
        </p:nvGrpSpPr>
        <p:grpSpPr>
          <a:xfrm>
            <a:off x="3215332" y="1310194"/>
            <a:ext cx="40005" cy="129539"/>
            <a:chOff x="3215332" y="1310194"/>
            <a:chExt cx="40005" cy="129539"/>
          </a:xfrm>
        </p:grpSpPr>
        <p:sp>
          <p:nvSpPr>
            <p:cNvPr id="80" name="object 80" descr=""/>
            <p:cNvSpPr/>
            <p:nvPr/>
          </p:nvSpPr>
          <p:spPr>
            <a:xfrm>
              <a:off x="3217618" y="1332292"/>
              <a:ext cx="35560" cy="86360"/>
            </a:xfrm>
            <a:custGeom>
              <a:avLst/>
              <a:gdLst/>
              <a:ahLst/>
              <a:cxnLst/>
              <a:rect l="l" t="t" r="r" b="b"/>
              <a:pathLst>
                <a:path w="35560" h="86359">
                  <a:moveTo>
                    <a:pt x="0" y="0"/>
                  </a:moveTo>
                  <a:lnTo>
                    <a:pt x="0" y="86105"/>
                  </a:lnTo>
                  <a:lnTo>
                    <a:pt x="35051" y="86105"/>
                  </a:lnTo>
                  <a:lnTo>
                    <a:pt x="35051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235144" y="1310194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235144" y="141839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 descr=""/>
          <p:cNvGrpSpPr/>
          <p:nvPr/>
        </p:nvGrpSpPr>
        <p:grpSpPr>
          <a:xfrm>
            <a:off x="3906994" y="1107121"/>
            <a:ext cx="55244" cy="24130"/>
            <a:chOff x="3906994" y="1107121"/>
            <a:chExt cx="55244" cy="24130"/>
          </a:xfrm>
        </p:grpSpPr>
        <p:sp>
          <p:nvSpPr>
            <p:cNvPr id="84" name="object 84" descr=""/>
            <p:cNvSpPr/>
            <p:nvPr/>
          </p:nvSpPr>
          <p:spPr>
            <a:xfrm>
              <a:off x="3908137" y="1109026"/>
              <a:ext cx="13970" cy="20320"/>
            </a:xfrm>
            <a:custGeom>
              <a:avLst/>
              <a:gdLst/>
              <a:ahLst/>
              <a:cxnLst/>
              <a:rect l="l" t="t" r="r" b="b"/>
              <a:pathLst>
                <a:path w="13970" h="20319">
                  <a:moveTo>
                    <a:pt x="13568" y="19050"/>
                  </a:moveTo>
                  <a:lnTo>
                    <a:pt x="12044" y="19812"/>
                  </a:lnTo>
                  <a:lnTo>
                    <a:pt x="2966" y="18579"/>
                  </a:lnTo>
                  <a:lnTo>
                    <a:pt x="0" y="9929"/>
                  </a:lnTo>
                  <a:lnTo>
                    <a:pt x="3055" y="1268"/>
                  </a:lnTo>
                  <a:lnTo>
                    <a:pt x="12044" y="0"/>
                  </a:lnTo>
                  <a:lnTo>
                    <a:pt x="13568" y="152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930850" y="110826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90">
                  <a:moveTo>
                    <a:pt x="9905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948376" y="110826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951424" y="111740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9144" y="121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948376" y="1108264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12191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4030672" y="1118932"/>
            <a:ext cx="129539" cy="39370"/>
            <a:chOff x="4030672" y="1118932"/>
            <a:chExt cx="129539" cy="39370"/>
          </a:xfrm>
        </p:grpSpPr>
        <p:sp>
          <p:nvSpPr>
            <p:cNvPr id="90" name="object 90" descr=""/>
            <p:cNvSpPr/>
            <p:nvPr/>
          </p:nvSpPr>
          <p:spPr>
            <a:xfrm>
              <a:off x="4052008" y="112121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90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030672" y="1138744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138114" y="1138744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4183072" y="1202752"/>
            <a:ext cx="40005" cy="129539"/>
            <a:chOff x="4183072" y="1202752"/>
            <a:chExt cx="40005" cy="129539"/>
          </a:xfrm>
        </p:grpSpPr>
        <p:sp>
          <p:nvSpPr>
            <p:cNvPr id="94" name="object 94" descr=""/>
            <p:cNvSpPr/>
            <p:nvPr/>
          </p:nvSpPr>
          <p:spPr>
            <a:xfrm>
              <a:off x="4185358" y="1224850"/>
              <a:ext cx="35560" cy="85725"/>
            </a:xfrm>
            <a:custGeom>
              <a:avLst/>
              <a:gdLst/>
              <a:ahLst/>
              <a:cxnLst/>
              <a:rect l="l" t="t" r="r" b="b"/>
              <a:pathLst>
                <a:path w="35560" h="85725">
                  <a:moveTo>
                    <a:pt x="0" y="0"/>
                  </a:moveTo>
                  <a:lnTo>
                    <a:pt x="0" y="85343"/>
                  </a:lnTo>
                  <a:lnTo>
                    <a:pt x="35051" y="85343"/>
                  </a:lnTo>
                  <a:lnTo>
                    <a:pt x="35051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202884" y="1202752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202884" y="1310194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0"/>
                  </a:moveTo>
                  <a:lnTo>
                    <a:pt x="0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 descr=""/>
          <p:cNvGrpSpPr/>
          <p:nvPr/>
        </p:nvGrpSpPr>
        <p:grpSpPr>
          <a:xfrm>
            <a:off x="4180404" y="1395157"/>
            <a:ext cx="45085" cy="45720"/>
            <a:chOff x="4180404" y="1395157"/>
            <a:chExt cx="45085" cy="45720"/>
          </a:xfrm>
        </p:grpSpPr>
        <p:sp>
          <p:nvSpPr>
            <p:cNvPr id="98" name="object 98" descr=""/>
            <p:cNvSpPr/>
            <p:nvPr/>
          </p:nvSpPr>
          <p:spPr>
            <a:xfrm>
              <a:off x="4181547" y="1396300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5">
                  <a:moveTo>
                    <a:pt x="21336" y="0"/>
                  </a:moveTo>
                  <a:lnTo>
                    <a:pt x="21336" y="22098"/>
                  </a:lnTo>
                  <a:lnTo>
                    <a:pt x="42672" y="22098"/>
                  </a:lnTo>
                  <a:lnTo>
                    <a:pt x="21336" y="43434"/>
                  </a:lnTo>
                  <a:lnTo>
                    <a:pt x="0" y="22098"/>
                  </a:lnTo>
                  <a:lnTo>
                    <a:pt x="21336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201740" y="139515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 descr=""/>
          <p:cNvGrpSpPr/>
          <p:nvPr/>
        </p:nvGrpSpPr>
        <p:grpSpPr>
          <a:xfrm>
            <a:off x="1629991" y="2685985"/>
            <a:ext cx="27940" cy="45085"/>
            <a:chOff x="1629991" y="2685985"/>
            <a:chExt cx="27940" cy="45085"/>
          </a:xfrm>
        </p:grpSpPr>
        <p:sp>
          <p:nvSpPr>
            <p:cNvPr id="101" name="object 101" descr=""/>
            <p:cNvSpPr/>
            <p:nvPr/>
          </p:nvSpPr>
          <p:spPr>
            <a:xfrm>
              <a:off x="1631134" y="2708464"/>
              <a:ext cx="25400" cy="21590"/>
            </a:xfrm>
            <a:custGeom>
              <a:avLst/>
              <a:gdLst/>
              <a:ahLst/>
              <a:cxnLst/>
              <a:rect l="l" t="t" r="r" b="b"/>
              <a:pathLst>
                <a:path w="25400" h="21589">
                  <a:moveTo>
                    <a:pt x="25146" y="0"/>
                  </a:moveTo>
                  <a:lnTo>
                    <a:pt x="0" y="0"/>
                  </a:lnTo>
                  <a:lnTo>
                    <a:pt x="12954" y="21335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631134" y="2687128"/>
              <a:ext cx="25400" cy="43180"/>
            </a:xfrm>
            <a:custGeom>
              <a:avLst/>
              <a:gdLst/>
              <a:ahLst/>
              <a:cxnLst/>
              <a:rect l="l" t="t" r="r" b="b"/>
              <a:pathLst>
                <a:path w="25400" h="43180">
                  <a:moveTo>
                    <a:pt x="12954" y="0"/>
                  </a:moveTo>
                  <a:lnTo>
                    <a:pt x="12954" y="21336"/>
                  </a:lnTo>
                  <a:lnTo>
                    <a:pt x="0" y="21336"/>
                  </a:lnTo>
                  <a:lnTo>
                    <a:pt x="12954" y="42672"/>
                  </a:lnTo>
                  <a:lnTo>
                    <a:pt x="25146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642945" y="268598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 descr=""/>
          <p:cNvGrpSpPr/>
          <p:nvPr/>
        </p:nvGrpSpPr>
        <p:grpSpPr>
          <a:xfrm>
            <a:off x="1613989" y="2407474"/>
            <a:ext cx="40640" cy="114935"/>
            <a:chOff x="1613989" y="2407474"/>
            <a:chExt cx="40640" cy="114935"/>
          </a:xfrm>
        </p:grpSpPr>
        <p:sp>
          <p:nvSpPr>
            <p:cNvPr id="105" name="object 105" descr=""/>
            <p:cNvSpPr/>
            <p:nvPr/>
          </p:nvSpPr>
          <p:spPr>
            <a:xfrm>
              <a:off x="1644088" y="2407474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640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623514" y="2435668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5" h="0">
                  <a:moveTo>
                    <a:pt x="0" y="0"/>
                  </a:moveTo>
                  <a:lnTo>
                    <a:pt x="14478" y="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615132" y="2432620"/>
              <a:ext cx="16510" cy="13335"/>
            </a:xfrm>
            <a:custGeom>
              <a:avLst/>
              <a:gdLst/>
              <a:ahLst/>
              <a:cxnLst/>
              <a:rect l="l" t="t" r="r" b="b"/>
              <a:pathLst>
                <a:path w="16510" h="13335">
                  <a:moveTo>
                    <a:pt x="0" y="7620"/>
                  </a:moveTo>
                  <a:lnTo>
                    <a:pt x="16002" y="12954"/>
                  </a:lnTo>
                  <a:lnTo>
                    <a:pt x="16002" y="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631896" y="2507296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89" h="13969">
                  <a:moveTo>
                    <a:pt x="0" y="13715"/>
                  </a:moveTo>
                  <a:lnTo>
                    <a:pt x="21336" y="685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645612" y="248367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637230" y="249129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1600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1615513" y="2554540"/>
            <a:ext cx="39370" cy="110489"/>
            <a:chOff x="1615513" y="2554540"/>
            <a:chExt cx="39370" cy="110489"/>
          </a:xfrm>
        </p:grpSpPr>
        <p:sp>
          <p:nvSpPr>
            <p:cNvPr id="112" name="object 112" descr=""/>
            <p:cNvSpPr/>
            <p:nvPr/>
          </p:nvSpPr>
          <p:spPr>
            <a:xfrm>
              <a:off x="1644088" y="2601022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0"/>
                  </a:moveTo>
                  <a:lnTo>
                    <a:pt x="0" y="6400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637992" y="26375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616656" y="2643694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89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637992" y="2617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616656" y="2623120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89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631896" y="2578162"/>
              <a:ext cx="21590" cy="14604"/>
            </a:xfrm>
            <a:custGeom>
              <a:avLst/>
              <a:gdLst/>
              <a:ahLst/>
              <a:cxnLst/>
              <a:rect l="l" t="t" r="r" b="b"/>
              <a:pathLst>
                <a:path w="21589" h="14605">
                  <a:moveTo>
                    <a:pt x="0" y="14477"/>
                  </a:moveTo>
                  <a:lnTo>
                    <a:pt x="21336" y="685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645612" y="255454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" name="object 119" descr=""/>
          <p:cNvGrpSpPr/>
          <p:nvPr/>
        </p:nvGrpSpPr>
        <p:grpSpPr>
          <a:xfrm>
            <a:off x="1119451" y="2407474"/>
            <a:ext cx="40640" cy="114935"/>
            <a:chOff x="1119451" y="2407474"/>
            <a:chExt cx="40640" cy="114935"/>
          </a:xfrm>
        </p:grpSpPr>
        <p:sp>
          <p:nvSpPr>
            <p:cNvPr id="120" name="object 120" descr=""/>
            <p:cNvSpPr/>
            <p:nvPr/>
          </p:nvSpPr>
          <p:spPr>
            <a:xfrm>
              <a:off x="1148788" y="2407474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640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128976" y="2435668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5" h="0">
                  <a:moveTo>
                    <a:pt x="0" y="0"/>
                  </a:moveTo>
                  <a:lnTo>
                    <a:pt x="14478" y="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120594" y="2432620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0" y="7620"/>
                  </a:moveTo>
                  <a:lnTo>
                    <a:pt x="15240" y="12954"/>
                  </a:lnTo>
                  <a:lnTo>
                    <a:pt x="15240" y="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137358" y="2507296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69">
                  <a:moveTo>
                    <a:pt x="0" y="13715"/>
                  </a:moveTo>
                  <a:lnTo>
                    <a:pt x="21336" y="685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151074" y="248367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142692" y="249129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1600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" name="object 126" descr=""/>
          <p:cNvGrpSpPr/>
          <p:nvPr/>
        </p:nvGrpSpPr>
        <p:grpSpPr>
          <a:xfrm>
            <a:off x="1120974" y="2554540"/>
            <a:ext cx="39370" cy="110489"/>
            <a:chOff x="1120974" y="2554540"/>
            <a:chExt cx="39370" cy="110489"/>
          </a:xfrm>
        </p:grpSpPr>
        <p:sp>
          <p:nvSpPr>
            <p:cNvPr id="127" name="object 127" descr=""/>
            <p:cNvSpPr/>
            <p:nvPr/>
          </p:nvSpPr>
          <p:spPr>
            <a:xfrm>
              <a:off x="1148787" y="2601022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0"/>
                  </a:moveTo>
                  <a:lnTo>
                    <a:pt x="0" y="6400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143453" y="26375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122117" y="2643694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90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143453" y="2617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122117" y="2623120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90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137357" y="2578162"/>
              <a:ext cx="21590" cy="14604"/>
            </a:xfrm>
            <a:custGeom>
              <a:avLst/>
              <a:gdLst/>
              <a:ahLst/>
              <a:cxnLst/>
              <a:rect l="l" t="t" r="r" b="b"/>
              <a:pathLst>
                <a:path w="21590" h="14605">
                  <a:moveTo>
                    <a:pt x="0" y="14477"/>
                  </a:moveTo>
                  <a:lnTo>
                    <a:pt x="21336" y="685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151073" y="255454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" name="object 134" descr=""/>
          <p:cNvGrpSpPr/>
          <p:nvPr/>
        </p:nvGrpSpPr>
        <p:grpSpPr>
          <a:xfrm>
            <a:off x="920949" y="2471482"/>
            <a:ext cx="69850" cy="129539"/>
            <a:chOff x="920949" y="2471482"/>
            <a:chExt cx="69850" cy="129539"/>
          </a:xfrm>
        </p:grpSpPr>
        <p:sp>
          <p:nvSpPr>
            <p:cNvPr id="135" name="object 135" descr=""/>
            <p:cNvSpPr/>
            <p:nvPr/>
          </p:nvSpPr>
          <p:spPr>
            <a:xfrm>
              <a:off x="920949" y="2523298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 h="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20949" y="2549206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 h="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955239" y="2471482"/>
              <a:ext cx="0" cy="48260"/>
            </a:xfrm>
            <a:custGeom>
              <a:avLst/>
              <a:gdLst/>
              <a:ahLst/>
              <a:cxnLst/>
              <a:rect l="l" t="t" r="r" b="b"/>
              <a:pathLst>
                <a:path w="0" h="48260">
                  <a:moveTo>
                    <a:pt x="0" y="480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955239" y="2553778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0"/>
                  </a:moveTo>
                  <a:lnTo>
                    <a:pt x="0" y="4724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9" name="object 139" descr=""/>
          <p:cNvGrpSpPr/>
          <p:nvPr/>
        </p:nvGrpSpPr>
        <p:grpSpPr>
          <a:xfrm>
            <a:off x="932760" y="2685985"/>
            <a:ext cx="45720" cy="45085"/>
            <a:chOff x="932760" y="2685985"/>
            <a:chExt cx="45720" cy="45085"/>
          </a:xfrm>
        </p:grpSpPr>
        <p:sp>
          <p:nvSpPr>
            <p:cNvPr id="140" name="object 140" descr=""/>
            <p:cNvSpPr/>
            <p:nvPr/>
          </p:nvSpPr>
          <p:spPr>
            <a:xfrm>
              <a:off x="933903" y="2687128"/>
              <a:ext cx="43815" cy="43180"/>
            </a:xfrm>
            <a:custGeom>
              <a:avLst/>
              <a:gdLst/>
              <a:ahLst/>
              <a:cxnLst/>
              <a:rect l="l" t="t" r="r" b="b"/>
              <a:pathLst>
                <a:path w="43815" h="43180">
                  <a:moveTo>
                    <a:pt x="21336" y="0"/>
                  </a:moveTo>
                  <a:lnTo>
                    <a:pt x="21336" y="21336"/>
                  </a:lnTo>
                  <a:lnTo>
                    <a:pt x="43434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954096" y="268598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2" name="object 142" descr=""/>
          <p:cNvGrpSpPr/>
          <p:nvPr/>
        </p:nvGrpSpPr>
        <p:grpSpPr>
          <a:xfrm>
            <a:off x="533854" y="2471482"/>
            <a:ext cx="69850" cy="129539"/>
            <a:chOff x="533854" y="2471482"/>
            <a:chExt cx="69850" cy="129539"/>
          </a:xfrm>
        </p:grpSpPr>
        <p:sp>
          <p:nvSpPr>
            <p:cNvPr id="143" name="object 143" descr=""/>
            <p:cNvSpPr/>
            <p:nvPr/>
          </p:nvSpPr>
          <p:spPr>
            <a:xfrm>
              <a:off x="533854" y="2523298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 h="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33854" y="2549206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 h="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68144" y="2471482"/>
              <a:ext cx="0" cy="48260"/>
            </a:xfrm>
            <a:custGeom>
              <a:avLst/>
              <a:gdLst/>
              <a:ahLst/>
              <a:cxnLst/>
              <a:rect l="l" t="t" r="r" b="b"/>
              <a:pathLst>
                <a:path w="0" h="48260">
                  <a:moveTo>
                    <a:pt x="0" y="480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568144" y="2553778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0"/>
                  </a:moveTo>
                  <a:lnTo>
                    <a:pt x="0" y="4724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727402" y="2471482"/>
            <a:ext cx="69850" cy="129539"/>
            <a:chOff x="727402" y="2471482"/>
            <a:chExt cx="69850" cy="129539"/>
          </a:xfrm>
        </p:grpSpPr>
        <p:sp>
          <p:nvSpPr>
            <p:cNvPr id="148" name="object 148" descr=""/>
            <p:cNvSpPr/>
            <p:nvPr/>
          </p:nvSpPr>
          <p:spPr>
            <a:xfrm>
              <a:off x="727402" y="2523298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 h="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27402" y="2549206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 h="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61692" y="2471482"/>
              <a:ext cx="0" cy="48260"/>
            </a:xfrm>
            <a:custGeom>
              <a:avLst/>
              <a:gdLst/>
              <a:ahLst/>
              <a:cxnLst/>
              <a:rect l="l" t="t" r="r" b="b"/>
              <a:pathLst>
                <a:path w="0" h="48260">
                  <a:moveTo>
                    <a:pt x="0" y="480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761692" y="2553778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0"/>
                  </a:moveTo>
                  <a:lnTo>
                    <a:pt x="0" y="4724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2" name="object 152" descr=""/>
          <p:cNvGrpSpPr/>
          <p:nvPr/>
        </p:nvGrpSpPr>
        <p:grpSpPr>
          <a:xfrm>
            <a:off x="1357195" y="2407474"/>
            <a:ext cx="40005" cy="114935"/>
            <a:chOff x="1357195" y="2407474"/>
            <a:chExt cx="40005" cy="114935"/>
          </a:xfrm>
        </p:grpSpPr>
        <p:sp>
          <p:nvSpPr>
            <p:cNvPr id="153" name="object 153" descr=""/>
            <p:cNvSpPr/>
            <p:nvPr/>
          </p:nvSpPr>
          <p:spPr>
            <a:xfrm>
              <a:off x="1385770" y="2407474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640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379674" y="24440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358338" y="2450146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90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5334" y="3810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379674" y="2423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358338" y="2429572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90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5334" y="3810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374340" y="2507296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69">
                  <a:moveTo>
                    <a:pt x="0" y="13715"/>
                  </a:moveTo>
                  <a:lnTo>
                    <a:pt x="21336" y="685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387294" y="248367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378912" y="249129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67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" name="object 161" descr=""/>
          <p:cNvGrpSpPr/>
          <p:nvPr/>
        </p:nvGrpSpPr>
        <p:grpSpPr>
          <a:xfrm>
            <a:off x="1357195" y="2554540"/>
            <a:ext cx="40005" cy="110489"/>
            <a:chOff x="1357195" y="2554540"/>
            <a:chExt cx="40005" cy="110489"/>
          </a:xfrm>
        </p:grpSpPr>
        <p:sp>
          <p:nvSpPr>
            <p:cNvPr id="162" name="object 162" descr=""/>
            <p:cNvSpPr/>
            <p:nvPr/>
          </p:nvSpPr>
          <p:spPr>
            <a:xfrm>
              <a:off x="1385770" y="2601022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0"/>
                  </a:moveTo>
                  <a:lnTo>
                    <a:pt x="0" y="6400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358338" y="2626930"/>
              <a:ext cx="21590" cy="12700"/>
            </a:xfrm>
            <a:custGeom>
              <a:avLst/>
              <a:gdLst/>
              <a:ahLst/>
              <a:cxnLst/>
              <a:rect l="l" t="t" r="r" b="b"/>
              <a:pathLst>
                <a:path w="21590" h="12700">
                  <a:moveTo>
                    <a:pt x="0" y="2286"/>
                  </a:moveTo>
                  <a:lnTo>
                    <a:pt x="0" y="6096"/>
                  </a:lnTo>
                  <a:lnTo>
                    <a:pt x="762" y="8382"/>
                  </a:lnTo>
                  <a:lnTo>
                    <a:pt x="2286" y="9144"/>
                  </a:lnTo>
                  <a:lnTo>
                    <a:pt x="5334" y="11430"/>
                  </a:lnTo>
                  <a:lnTo>
                    <a:pt x="9144" y="12192"/>
                  </a:lnTo>
                  <a:lnTo>
                    <a:pt x="17526" y="12192"/>
                  </a:lnTo>
                  <a:lnTo>
                    <a:pt x="19812" y="11430"/>
                  </a:lnTo>
                  <a:lnTo>
                    <a:pt x="20574" y="10668"/>
                  </a:lnTo>
                  <a:lnTo>
                    <a:pt x="21336" y="8382"/>
                  </a:lnTo>
                  <a:lnTo>
                    <a:pt x="21336" y="3810"/>
                  </a:lnTo>
                  <a:lnTo>
                    <a:pt x="19812" y="762"/>
                  </a:lnTo>
                  <a:lnTo>
                    <a:pt x="17526" y="0"/>
                  </a:lnTo>
                  <a:lnTo>
                    <a:pt x="12192" y="0"/>
                  </a:lnTo>
                  <a:lnTo>
                    <a:pt x="12192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374340" y="2578162"/>
              <a:ext cx="21590" cy="14604"/>
            </a:xfrm>
            <a:custGeom>
              <a:avLst/>
              <a:gdLst/>
              <a:ahLst/>
              <a:cxnLst/>
              <a:rect l="l" t="t" r="r" b="b"/>
              <a:pathLst>
                <a:path w="21590" h="14605">
                  <a:moveTo>
                    <a:pt x="0" y="14477"/>
                  </a:moveTo>
                  <a:lnTo>
                    <a:pt x="21336" y="685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387294" y="255454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6" name="object 166" descr=""/>
          <p:cNvGrpSpPr/>
          <p:nvPr/>
        </p:nvGrpSpPr>
        <p:grpSpPr>
          <a:xfrm>
            <a:off x="528901" y="2965639"/>
            <a:ext cx="36830" cy="45085"/>
            <a:chOff x="528901" y="2965639"/>
            <a:chExt cx="36830" cy="45085"/>
          </a:xfrm>
        </p:grpSpPr>
        <p:sp>
          <p:nvSpPr>
            <p:cNvPr id="167" name="object 167" descr=""/>
            <p:cNvSpPr/>
            <p:nvPr/>
          </p:nvSpPr>
          <p:spPr>
            <a:xfrm>
              <a:off x="530044" y="2966782"/>
              <a:ext cx="34290" cy="43180"/>
            </a:xfrm>
            <a:custGeom>
              <a:avLst/>
              <a:gdLst/>
              <a:ahLst/>
              <a:cxnLst/>
              <a:rect l="l" t="t" r="r" b="b"/>
              <a:pathLst>
                <a:path w="34290" h="43180">
                  <a:moveTo>
                    <a:pt x="16764" y="42672"/>
                  </a:moveTo>
                  <a:lnTo>
                    <a:pt x="16764" y="21336"/>
                  </a:lnTo>
                  <a:lnTo>
                    <a:pt x="0" y="10668"/>
                  </a:lnTo>
                  <a:lnTo>
                    <a:pt x="16764" y="0"/>
                  </a:lnTo>
                  <a:lnTo>
                    <a:pt x="34290" y="10668"/>
                  </a:lnTo>
                  <a:lnTo>
                    <a:pt x="16764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545665" y="30083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9" name="object 169" descr=""/>
          <p:cNvGrpSpPr/>
          <p:nvPr/>
        </p:nvGrpSpPr>
        <p:grpSpPr>
          <a:xfrm>
            <a:off x="760549" y="3008311"/>
            <a:ext cx="45720" cy="45085"/>
            <a:chOff x="760549" y="3008311"/>
            <a:chExt cx="45720" cy="45085"/>
          </a:xfrm>
        </p:grpSpPr>
        <p:sp>
          <p:nvSpPr>
            <p:cNvPr id="170" name="object 170" descr=""/>
            <p:cNvSpPr/>
            <p:nvPr/>
          </p:nvSpPr>
          <p:spPr>
            <a:xfrm>
              <a:off x="761692" y="3009454"/>
              <a:ext cx="43815" cy="43180"/>
            </a:xfrm>
            <a:custGeom>
              <a:avLst/>
              <a:gdLst/>
              <a:ahLst/>
              <a:cxnLst/>
              <a:rect l="l" t="t" r="r" b="b"/>
              <a:pathLst>
                <a:path w="43815" h="43180">
                  <a:moveTo>
                    <a:pt x="22098" y="0"/>
                  </a:moveTo>
                  <a:lnTo>
                    <a:pt x="22098" y="21336"/>
                  </a:lnTo>
                  <a:lnTo>
                    <a:pt x="43434" y="21336"/>
                  </a:lnTo>
                  <a:lnTo>
                    <a:pt x="22098" y="42672"/>
                  </a:lnTo>
                  <a:lnTo>
                    <a:pt x="0" y="21336"/>
                  </a:lnTo>
                  <a:lnTo>
                    <a:pt x="2209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82647" y="30083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2" name="object 172" descr=""/>
          <p:cNvGrpSpPr/>
          <p:nvPr/>
        </p:nvGrpSpPr>
        <p:grpSpPr>
          <a:xfrm>
            <a:off x="739213" y="2685985"/>
            <a:ext cx="45720" cy="45085"/>
            <a:chOff x="739213" y="2685985"/>
            <a:chExt cx="45720" cy="45085"/>
          </a:xfrm>
        </p:grpSpPr>
        <p:sp>
          <p:nvSpPr>
            <p:cNvPr id="173" name="object 173" descr=""/>
            <p:cNvSpPr/>
            <p:nvPr/>
          </p:nvSpPr>
          <p:spPr>
            <a:xfrm>
              <a:off x="740356" y="2687128"/>
              <a:ext cx="43815" cy="43180"/>
            </a:xfrm>
            <a:custGeom>
              <a:avLst/>
              <a:gdLst/>
              <a:ahLst/>
              <a:cxnLst/>
              <a:rect l="l" t="t" r="r" b="b"/>
              <a:pathLst>
                <a:path w="43815" h="43180">
                  <a:moveTo>
                    <a:pt x="21335" y="0"/>
                  </a:moveTo>
                  <a:lnTo>
                    <a:pt x="21335" y="21336"/>
                  </a:lnTo>
                  <a:lnTo>
                    <a:pt x="43434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5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60549" y="268598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5" name="object 175" descr=""/>
          <p:cNvGrpSpPr/>
          <p:nvPr/>
        </p:nvGrpSpPr>
        <p:grpSpPr>
          <a:xfrm>
            <a:off x="532711" y="3008311"/>
            <a:ext cx="28575" cy="45085"/>
            <a:chOff x="532711" y="3008311"/>
            <a:chExt cx="28575" cy="45085"/>
          </a:xfrm>
        </p:grpSpPr>
        <p:sp>
          <p:nvSpPr>
            <p:cNvPr id="176" name="object 176" descr=""/>
            <p:cNvSpPr/>
            <p:nvPr/>
          </p:nvSpPr>
          <p:spPr>
            <a:xfrm>
              <a:off x="533854" y="3030790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4" h="21589">
                  <a:moveTo>
                    <a:pt x="25908" y="0"/>
                  </a:moveTo>
                  <a:lnTo>
                    <a:pt x="0" y="0"/>
                  </a:lnTo>
                  <a:lnTo>
                    <a:pt x="12954" y="21335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533854" y="3009454"/>
              <a:ext cx="26034" cy="43180"/>
            </a:xfrm>
            <a:custGeom>
              <a:avLst/>
              <a:gdLst/>
              <a:ahLst/>
              <a:cxnLst/>
              <a:rect l="l" t="t" r="r" b="b"/>
              <a:pathLst>
                <a:path w="26034" h="43180">
                  <a:moveTo>
                    <a:pt x="12954" y="0"/>
                  </a:moveTo>
                  <a:lnTo>
                    <a:pt x="12954" y="21336"/>
                  </a:lnTo>
                  <a:lnTo>
                    <a:pt x="0" y="21336"/>
                  </a:lnTo>
                  <a:lnTo>
                    <a:pt x="12954" y="42672"/>
                  </a:lnTo>
                  <a:lnTo>
                    <a:pt x="25908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545665" y="30083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9" name="object 179" descr=""/>
          <p:cNvGrpSpPr/>
          <p:nvPr/>
        </p:nvGrpSpPr>
        <p:grpSpPr>
          <a:xfrm>
            <a:off x="545665" y="2685985"/>
            <a:ext cx="45720" cy="45085"/>
            <a:chOff x="545665" y="2685985"/>
            <a:chExt cx="45720" cy="45085"/>
          </a:xfrm>
        </p:grpSpPr>
        <p:sp>
          <p:nvSpPr>
            <p:cNvPr id="180" name="object 180" descr=""/>
            <p:cNvSpPr/>
            <p:nvPr/>
          </p:nvSpPr>
          <p:spPr>
            <a:xfrm>
              <a:off x="546808" y="2687128"/>
              <a:ext cx="43815" cy="43180"/>
            </a:xfrm>
            <a:custGeom>
              <a:avLst/>
              <a:gdLst/>
              <a:ahLst/>
              <a:cxnLst/>
              <a:rect l="l" t="t" r="r" b="b"/>
              <a:pathLst>
                <a:path w="43815" h="43180">
                  <a:moveTo>
                    <a:pt x="21335" y="0"/>
                  </a:moveTo>
                  <a:lnTo>
                    <a:pt x="21335" y="21336"/>
                  </a:lnTo>
                  <a:lnTo>
                    <a:pt x="43434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5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567001" y="268598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2" name="object 182" descr=""/>
          <p:cNvGrpSpPr/>
          <p:nvPr/>
        </p:nvGrpSpPr>
        <p:grpSpPr>
          <a:xfrm>
            <a:off x="765121" y="2965639"/>
            <a:ext cx="36830" cy="45085"/>
            <a:chOff x="765121" y="2965639"/>
            <a:chExt cx="36830" cy="45085"/>
          </a:xfrm>
        </p:grpSpPr>
        <p:sp>
          <p:nvSpPr>
            <p:cNvPr id="183" name="object 183" descr=""/>
            <p:cNvSpPr/>
            <p:nvPr/>
          </p:nvSpPr>
          <p:spPr>
            <a:xfrm>
              <a:off x="766264" y="2966782"/>
              <a:ext cx="34290" cy="43180"/>
            </a:xfrm>
            <a:custGeom>
              <a:avLst/>
              <a:gdLst/>
              <a:ahLst/>
              <a:cxnLst/>
              <a:rect l="l" t="t" r="r" b="b"/>
              <a:pathLst>
                <a:path w="34290" h="43180">
                  <a:moveTo>
                    <a:pt x="17526" y="42672"/>
                  </a:moveTo>
                  <a:lnTo>
                    <a:pt x="17526" y="21336"/>
                  </a:lnTo>
                  <a:lnTo>
                    <a:pt x="0" y="10668"/>
                  </a:lnTo>
                  <a:lnTo>
                    <a:pt x="17526" y="0"/>
                  </a:lnTo>
                  <a:lnTo>
                    <a:pt x="34290" y="10668"/>
                  </a:lnTo>
                  <a:lnTo>
                    <a:pt x="1752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82647" y="30083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5" name="object 185" descr=""/>
          <p:cNvGrpSpPr/>
          <p:nvPr/>
        </p:nvGrpSpPr>
        <p:grpSpPr>
          <a:xfrm>
            <a:off x="1371673" y="2685985"/>
            <a:ext cx="28575" cy="45085"/>
            <a:chOff x="1371673" y="2685985"/>
            <a:chExt cx="28575" cy="45085"/>
          </a:xfrm>
        </p:grpSpPr>
        <p:sp>
          <p:nvSpPr>
            <p:cNvPr id="186" name="object 186" descr=""/>
            <p:cNvSpPr/>
            <p:nvPr/>
          </p:nvSpPr>
          <p:spPr>
            <a:xfrm>
              <a:off x="1372816" y="2708464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4" h="21589">
                  <a:moveTo>
                    <a:pt x="25907" y="0"/>
                  </a:moveTo>
                  <a:lnTo>
                    <a:pt x="0" y="0"/>
                  </a:lnTo>
                  <a:lnTo>
                    <a:pt x="12953" y="21335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372816" y="2687128"/>
              <a:ext cx="26034" cy="43180"/>
            </a:xfrm>
            <a:custGeom>
              <a:avLst/>
              <a:gdLst/>
              <a:ahLst/>
              <a:cxnLst/>
              <a:rect l="l" t="t" r="r" b="b"/>
              <a:pathLst>
                <a:path w="26034" h="43180">
                  <a:moveTo>
                    <a:pt x="12953" y="0"/>
                  </a:moveTo>
                  <a:lnTo>
                    <a:pt x="12953" y="21336"/>
                  </a:lnTo>
                  <a:lnTo>
                    <a:pt x="0" y="21336"/>
                  </a:lnTo>
                  <a:lnTo>
                    <a:pt x="12953" y="42672"/>
                  </a:lnTo>
                  <a:lnTo>
                    <a:pt x="25907" y="21336"/>
                  </a:lnTo>
                  <a:lnTo>
                    <a:pt x="12953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384627" y="268598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9" name="object 189" descr=""/>
          <p:cNvGrpSpPr/>
          <p:nvPr/>
        </p:nvGrpSpPr>
        <p:grpSpPr>
          <a:xfrm>
            <a:off x="1134691" y="2685985"/>
            <a:ext cx="28575" cy="45085"/>
            <a:chOff x="1134691" y="2685985"/>
            <a:chExt cx="28575" cy="45085"/>
          </a:xfrm>
        </p:grpSpPr>
        <p:sp>
          <p:nvSpPr>
            <p:cNvPr id="190" name="object 190" descr=""/>
            <p:cNvSpPr/>
            <p:nvPr/>
          </p:nvSpPr>
          <p:spPr>
            <a:xfrm>
              <a:off x="1135834" y="2708464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4" h="21589">
                  <a:moveTo>
                    <a:pt x="25907" y="0"/>
                  </a:moveTo>
                  <a:lnTo>
                    <a:pt x="0" y="0"/>
                  </a:lnTo>
                  <a:lnTo>
                    <a:pt x="12953" y="21335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135834" y="2687128"/>
              <a:ext cx="26034" cy="43180"/>
            </a:xfrm>
            <a:custGeom>
              <a:avLst/>
              <a:gdLst/>
              <a:ahLst/>
              <a:cxnLst/>
              <a:rect l="l" t="t" r="r" b="b"/>
              <a:pathLst>
                <a:path w="26034" h="43180">
                  <a:moveTo>
                    <a:pt x="12953" y="0"/>
                  </a:moveTo>
                  <a:lnTo>
                    <a:pt x="12953" y="21336"/>
                  </a:lnTo>
                  <a:lnTo>
                    <a:pt x="0" y="21336"/>
                  </a:lnTo>
                  <a:lnTo>
                    <a:pt x="12953" y="42672"/>
                  </a:lnTo>
                  <a:lnTo>
                    <a:pt x="25907" y="21336"/>
                  </a:lnTo>
                  <a:lnTo>
                    <a:pt x="12953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147645" y="268598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3" name="object 193" descr=""/>
          <p:cNvGrpSpPr/>
          <p:nvPr/>
        </p:nvGrpSpPr>
        <p:grpSpPr>
          <a:xfrm>
            <a:off x="805126" y="700594"/>
            <a:ext cx="172720" cy="158750"/>
            <a:chOff x="805126" y="700594"/>
            <a:chExt cx="172720" cy="158750"/>
          </a:xfrm>
        </p:grpSpPr>
        <p:sp>
          <p:nvSpPr>
            <p:cNvPr id="194" name="object 194" descr=""/>
            <p:cNvSpPr/>
            <p:nvPr/>
          </p:nvSpPr>
          <p:spPr>
            <a:xfrm>
              <a:off x="858466" y="762316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69" h="0">
                  <a:moveTo>
                    <a:pt x="0" y="0"/>
                  </a:moveTo>
                  <a:lnTo>
                    <a:pt x="64769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847798" y="729550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32765" y="327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891232" y="762316"/>
              <a:ext cx="0" cy="53340"/>
            </a:xfrm>
            <a:custGeom>
              <a:avLst/>
              <a:gdLst/>
              <a:ahLst/>
              <a:cxnLst/>
              <a:rect l="l" t="t" r="r" b="b"/>
              <a:pathLst>
                <a:path w="0" h="53340">
                  <a:moveTo>
                    <a:pt x="0" y="0"/>
                  </a:moveTo>
                  <a:lnTo>
                    <a:pt x="0" y="5334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901900" y="729550"/>
              <a:ext cx="32384" cy="33020"/>
            </a:xfrm>
            <a:custGeom>
              <a:avLst/>
              <a:gdLst/>
              <a:ahLst/>
              <a:cxnLst/>
              <a:rect l="l" t="t" r="r" b="b"/>
              <a:pathLst>
                <a:path w="32384" h="33020">
                  <a:moveTo>
                    <a:pt x="0" y="32765"/>
                  </a:moveTo>
                  <a:lnTo>
                    <a:pt x="32004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842464" y="702880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4">
                  <a:moveTo>
                    <a:pt x="96774" y="48767"/>
                  </a:moveTo>
                  <a:lnTo>
                    <a:pt x="93023" y="67520"/>
                  </a:lnTo>
                  <a:lnTo>
                    <a:pt x="82772" y="82772"/>
                  </a:lnTo>
                  <a:lnTo>
                    <a:pt x="67520" y="93023"/>
                  </a:lnTo>
                  <a:lnTo>
                    <a:pt x="48768" y="96773"/>
                  </a:lnTo>
                  <a:lnTo>
                    <a:pt x="29575" y="93023"/>
                  </a:lnTo>
                  <a:lnTo>
                    <a:pt x="14097" y="82772"/>
                  </a:lnTo>
                  <a:lnTo>
                    <a:pt x="3762" y="67520"/>
                  </a:lnTo>
                  <a:lnTo>
                    <a:pt x="0" y="48767"/>
                  </a:lnTo>
                  <a:lnTo>
                    <a:pt x="3762" y="29575"/>
                  </a:lnTo>
                  <a:lnTo>
                    <a:pt x="14097" y="14096"/>
                  </a:lnTo>
                  <a:lnTo>
                    <a:pt x="29575" y="3762"/>
                  </a:lnTo>
                  <a:lnTo>
                    <a:pt x="48768" y="0"/>
                  </a:lnTo>
                  <a:lnTo>
                    <a:pt x="67520" y="3762"/>
                  </a:lnTo>
                  <a:lnTo>
                    <a:pt x="82772" y="14096"/>
                  </a:lnTo>
                  <a:lnTo>
                    <a:pt x="93023" y="29575"/>
                  </a:lnTo>
                  <a:lnTo>
                    <a:pt x="96774" y="48767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12568" y="7341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7525" y="8382"/>
                  </a:moveTo>
                  <a:lnTo>
                    <a:pt x="8381" y="0"/>
                  </a:lnTo>
                  <a:lnTo>
                    <a:pt x="0" y="17526"/>
                  </a:lnTo>
                  <a:lnTo>
                    <a:pt x="17525" y="8382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912568" y="7341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381" y="0"/>
                  </a:moveTo>
                  <a:lnTo>
                    <a:pt x="17525" y="8382"/>
                  </a:lnTo>
                  <a:lnTo>
                    <a:pt x="0" y="17526"/>
                  </a:lnTo>
                  <a:lnTo>
                    <a:pt x="8381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891232" y="815656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5">
                  <a:moveTo>
                    <a:pt x="0" y="0"/>
                  </a:moveTo>
                  <a:lnTo>
                    <a:pt x="0" y="4343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863800" y="831658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2286" y="12191"/>
                  </a:moveTo>
                  <a:lnTo>
                    <a:pt x="762" y="10667"/>
                  </a:lnTo>
                  <a:lnTo>
                    <a:pt x="0" y="9143"/>
                  </a:lnTo>
                  <a:lnTo>
                    <a:pt x="0" y="3809"/>
                  </a:lnTo>
                  <a:lnTo>
                    <a:pt x="762" y="1523"/>
                  </a:lnTo>
                  <a:lnTo>
                    <a:pt x="3810" y="0"/>
                  </a:lnTo>
                  <a:lnTo>
                    <a:pt x="6096" y="0"/>
                  </a:lnTo>
                  <a:lnTo>
                    <a:pt x="9144" y="761"/>
                  </a:lnTo>
                  <a:lnTo>
                    <a:pt x="21336" y="12953"/>
                  </a:lnTo>
                  <a:lnTo>
                    <a:pt x="21336" y="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805126" y="72955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 h="0">
                  <a:moveTo>
                    <a:pt x="4267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820366" y="72421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820366" y="70288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933904" y="729550"/>
              <a:ext cx="43815" cy="0"/>
            </a:xfrm>
            <a:custGeom>
              <a:avLst/>
              <a:gdLst/>
              <a:ahLst/>
              <a:cxnLst/>
              <a:rect l="l" t="t" r="r" b="b"/>
              <a:pathLst>
                <a:path w="43815" h="0">
                  <a:moveTo>
                    <a:pt x="0" y="0"/>
                  </a:moveTo>
                  <a:lnTo>
                    <a:pt x="43434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949144" y="70288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10668" y="0"/>
                  </a:moveTo>
                  <a:lnTo>
                    <a:pt x="6096" y="0"/>
                  </a:lnTo>
                  <a:lnTo>
                    <a:pt x="3048" y="1524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7526"/>
                  </a:lnTo>
                  <a:lnTo>
                    <a:pt x="1524" y="19050"/>
                  </a:lnTo>
                  <a:lnTo>
                    <a:pt x="2286" y="20574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12192"/>
                  </a:lnTo>
                  <a:lnTo>
                    <a:pt x="11430" y="9906"/>
                  </a:lnTo>
                  <a:lnTo>
                    <a:pt x="10668" y="9144"/>
                  </a:lnTo>
                  <a:lnTo>
                    <a:pt x="8382" y="7620"/>
                  </a:lnTo>
                  <a:lnTo>
                    <a:pt x="4572" y="7620"/>
                  </a:lnTo>
                  <a:lnTo>
                    <a:pt x="2286" y="9144"/>
                  </a:lnTo>
                  <a:lnTo>
                    <a:pt x="1524" y="9906"/>
                  </a:ln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8" name="object 208" descr=""/>
          <p:cNvGrpSpPr/>
          <p:nvPr/>
        </p:nvGrpSpPr>
        <p:grpSpPr>
          <a:xfrm>
            <a:off x="1213557" y="1179130"/>
            <a:ext cx="128905" cy="48260"/>
            <a:chOff x="1213557" y="1179130"/>
            <a:chExt cx="128905" cy="48260"/>
          </a:xfrm>
        </p:grpSpPr>
        <p:sp>
          <p:nvSpPr>
            <p:cNvPr id="209" name="object 209" descr=""/>
            <p:cNvSpPr/>
            <p:nvPr/>
          </p:nvSpPr>
          <p:spPr>
            <a:xfrm>
              <a:off x="1299664" y="1181416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5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256992" y="1181416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5">
                  <a:moveTo>
                    <a:pt x="0" y="43434"/>
                  </a:moveTo>
                  <a:lnTo>
                    <a:pt x="0" y="0"/>
                  </a:lnTo>
                  <a:lnTo>
                    <a:pt x="42672" y="21336"/>
                  </a:lnTo>
                  <a:lnTo>
                    <a:pt x="0" y="43434"/>
                  </a:lnTo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213557" y="1202752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5" h="0">
                  <a:moveTo>
                    <a:pt x="43434" y="0"/>
                  </a:moveTo>
                  <a:lnTo>
                    <a:pt x="86106" y="0"/>
                  </a:lnTo>
                  <a:lnTo>
                    <a:pt x="128778" y="0"/>
                  </a:lnTo>
                </a:path>
                <a:path w="128905" h="0">
                  <a:moveTo>
                    <a:pt x="4343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2" name="object 212" descr=""/>
          <p:cNvGrpSpPr/>
          <p:nvPr/>
        </p:nvGrpSpPr>
        <p:grpSpPr>
          <a:xfrm>
            <a:off x="1280995" y="568387"/>
            <a:ext cx="98425" cy="29845"/>
            <a:chOff x="1280995" y="568387"/>
            <a:chExt cx="98425" cy="29845"/>
          </a:xfrm>
        </p:grpSpPr>
        <p:sp>
          <p:nvSpPr>
            <p:cNvPr id="213" name="object 213" descr=""/>
            <p:cNvSpPr/>
            <p:nvPr/>
          </p:nvSpPr>
          <p:spPr>
            <a:xfrm>
              <a:off x="1282138" y="57105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0"/>
                  </a:moveTo>
                  <a:lnTo>
                    <a:pt x="6858" y="21336"/>
                  </a:lnTo>
                  <a:lnTo>
                    <a:pt x="1371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300426" y="569530"/>
              <a:ext cx="18415" cy="27940"/>
            </a:xfrm>
            <a:custGeom>
              <a:avLst/>
              <a:gdLst/>
              <a:ahLst/>
              <a:cxnLst/>
              <a:rect l="l" t="t" r="r" b="b"/>
              <a:pathLst>
                <a:path w="18415" h="27940">
                  <a:moveTo>
                    <a:pt x="18287" y="0"/>
                  </a:moveTo>
                  <a:lnTo>
                    <a:pt x="0" y="2743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324810" y="57105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90">
                  <a:moveTo>
                    <a:pt x="5334" y="0"/>
                  </a:moveTo>
                  <a:lnTo>
                    <a:pt x="14478" y="13716"/>
                  </a:lnTo>
                  <a:lnTo>
                    <a:pt x="13716" y="18288"/>
                  </a:lnTo>
                  <a:lnTo>
                    <a:pt x="9144" y="21336"/>
                  </a:lnTo>
                  <a:lnTo>
                    <a:pt x="5334" y="21336"/>
                  </a:lnTo>
                  <a:lnTo>
                    <a:pt x="762" y="18288"/>
                  </a:lnTo>
                  <a:lnTo>
                    <a:pt x="0" y="13716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347670" y="57044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12953" y="19659"/>
                  </a:moveTo>
                  <a:lnTo>
                    <a:pt x="12191" y="20421"/>
                  </a:lnTo>
                  <a:lnTo>
                    <a:pt x="9143" y="21945"/>
                  </a:lnTo>
                  <a:lnTo>
                    <a:pt x="6857" y="21945"/>
                  </a:lnTo>
                  <a:lnTo>
                    <a:pt x="3809" y="20421"/>
                  </a:lnTo>
                  <a:lnTo>
                    <a:pt x="1523" y="18897"/>
                  </a:lnTo>
                  <a:lnTo>
                    <a:pt x="761" y="16611"/>
                  </a:lnTo>
                  <a:lnTo>
                    <a:pt x="0" y="12801"/>
                  </a:lnTo>
                  <a:lnTo>
                    <a:pt x="0" y="9753"/>
                  </a:lnTo>
                  <a:lnTo>
                    <a:pt x="292" y="3733"/>
                  </a:lnTo>
                  <a:lnTo>
                    <a:pt x="2489" y="0"/>
                  </a:lnTo>
                  <a:lnTo>
                    <a:pt x="9143" y="609"/>
                  </a:lnTo>
                  <a:lnTo>
                    <a:pt x="12191" y="1371"/>
                  </a:lnTo>
                  <a:lnTo>
                    <a:pt x="12953" y="2133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366720" y="5710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372816" y="57105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9" name="object 219" descr=""/>
          <p:cNvGrpSpPr/>
          <p:nvPr/>
        </p:nvGrpSpPr>
        <p:grpSpPr>
          <a:xfrm>
            <a:off x="1064968" y="901762"/>
            <a:ext cx="39370" cy="129539"/>
            <a:chOff x="1064968" y="901762"/>
            <a:chExt cx="39370" cy="129539"/>
          </a:xfrm>
        </p:grpSpPr>
        <p:sp>
          <p:nvSpPr>
            <p:cNvPr id="220" name="object 220" descr=""/>
            <p:cNvSpPr/>
            <p:nvPr/>
          </p:nvSpPr>
          <p:spPr>
            <a:xfrm>
              <a:off x="1067254" y="923098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90" h="86359">
                  <a:moveTo>
                    <a:pt x="0" y="0"/>
                  </a:moveTo>
                  <a:lnTo>
                    <a:pt x="0" y="86106"/>
                  </a:lnTo>
                  <a:lnTo>
                    <a:pt x="34290" y="86106"/>
                  </a:lnTo>
                  <a:lnTo>
                    <a:pt x="34290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084780" y="90176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084780" y="1009204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0"/>
                  </a:moveTo>
                  <a:lnTo>
                    <a:pt x="0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1192221" y="600772"/>
            <a:ext cx="172720" cy="158115"/>
            <a:chOff x="1192221" y="600772"/>
            <a:chExt cx="172720" cy="158115"/>
          </a:xfrm>
        </p:grpSpPr>
        <p:sp>
          <p:nvSpPr>
            <p:cNvPr id="224" name="object 224" descr=""/>
            <p:cNvSpPr/>
            <p:nvPr/>
          </p:nvSpPr>
          <p:spPr>
            <a:xfrm>
              <a:off x="1245561" y="697546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69" h="0">
                  <a:moveTo>
                    <a:pt x="64769" y="0"/>
                  </a:moveTo>
                  <a:lnTo>
                    <a:pt x="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288995" y="69754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4">
                  <a:moveTo>
                    <a:pt x="0" y="0"/>
                  </a:moveTo>
                  <a:lnTo>
                    <a:pt x="32004" y="3200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278327" y="644206"/>
              <a:ext cx="0" cy="53340"/>
            </a:xfrm>
            <a:custGeom>
              <a:avLst/>
              <a:gdLst/>
              <a:ahLst/>
              <a:cxnLst/>
              <a:rect l="l" t="t" r="r" b="b"/>
              <a:pathLst>
                <a:path w="0" h="53340">
                  <a:moveTo>
                    <a:pt x="0" y="533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234893" y="697546"/>
              <a:ext cx="33020" cy="32384"/>
            </a:xfrm>
            <a:custGeom>
              <a:avLst/>
              <a:gdLst/>
              <a:ahLst/>
              <a:cxnLst/>
              <a:rect l="l" t="t" r="r" b="b"/>
              <a:pathLst>
                <a:path w="33019" h="32384">
                  <a:moveTo>
                    <a:pt x="32765" y="0"/>
                  </a:moveTo>
                  <a:lnTo>
                    <a:pt x="0" y="3200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229559" y="659446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4">
                  <a:moveTo>
                    <a:pt x="96774" y="48767"/>
                  </a:moveTo>
                  <a:lnTo>
                    <a:pt x="93023" y="67520"/>
                  </a:lnTo>
                  <a:lnTo>
                    <a:pt x="82772" y="82772"/>
                  </a:lnTo>
                  <a:lnTo>
                    <a:pt x="67520" y="93023"/>
                  </a:lnTo>
                  <a:lnTo>
                    <a:pt x="48768" y="96773"/>
                  </a:lnTo>
                  <a:lnTo>
                    <a:pt x="29575" y="93023"/>
                  </a:lnTo>
                  <a:lnTo>
                    <a:pt x="14097" y="82772"/>
                  </a:lnTo>
                  <a:lnTo>
                    <a:pt x="3762" y="67520"/>
                  </a:lnTo>
                  <a:lnTo>
                    <a:pt x="0" y="48767"/>
                  </a:lnTo>
                  <a:lnTo>
                    <a:pt x="3762" y="29575"/>
                  </a:lnTo>
                  <a:lnTo>
                    <a:pt x="14097" y="14096"/>
                  </a:lnTo>
                  <a:lnTo>
                    <a:pt x="29575" y="3762"/>
                  </a:lnTo>
                  <a:lnTo>
                    <a:pt x="48768" y="0"/>
                  </a:lnTo>
                  <a:lnTo>
                    <a:pt x="67520" y="3762"/>
                  </a:lnTo>
                  <a:lnTo>
                    <a:pt x="82772" y="14096"/>
                  </a:lnTo>
                  <a:lnTo>
                    <a:pt x="93023" y="29575"/>
                  </a:lnTo>
                  <a:lnTo>
                    <a:pt x="96774" y="48767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239465" y="70821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7525" y="0"/>
                  </a:moveTo>
                  <a:lnTo>
                    <a:pt x="0" y="9143"/>
                  </a:lnTo>
                  <a:lnTo>
                    <a:pt x="8381" y="17525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239465" y="70821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381" y="17525"/>
                  </a:moveTo>
                  <a:lnTo>
                    <a:pt x="0" y="9143"/>
                  </a:lnTo>
                  <a:lnTo>
                    <a:pt x="17525" y="0"/>
                  </a:lnTo>
                  <a:lnTo>
                    <a:pt x="8381" y="17525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278327" y="600772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5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250895" y="616012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0" y="13715"/>
                  </a:moveTo>
                  <a:lnTo>
                    <a:pt x="0" y="0"/>
                  </a:lnTo>
                  <a:lnTo>
                    <a:pt x="8382" y="7619"/>
                  </a:lnTo>
                  <a:lnTo>
                    <a:pt x="8382" y="4571"/>
                  </a:lnTo>
                  <a:lnTo>
                    <a:pt x="9144" y="2285"/>
                  </a:lnTo>
                  <a:lnTo>
                    <a:pt x="9905" y="1523"/>
                  </a:lnTo>
                  <a:lnTo>
                    <a:pt x="12191" y="0"/>
                  </a:lnTo>
                  <a:lnTo>
                    <a:pt x="17526" y="0"/>
                  </a:lnTo>
                  <a:lnTo>
                    <a:pt x="19050" y="1523"/>
                  </a:lnTo>
                  <a:lnTo>
                    <a:pt x="20574" y="2285"/>
                  </a:lnTo>
                  <a:lnTo>
                    <a:pt x="21336" y="4571"/>
                  </a:lnTo>
                  <a:lnTo>
                    <a:pt x="21336" y="10667"/>
                  </a:lnTo>
                  <a:lnTo>
                    <a:pt x="20574" y="12191"/>
                  </a:lnTo>
                  <a:lnTo>
                    <a:pt x="19050" y="13715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320999" y="729550"/>
              <a:ext cx="43815" cy="0"/>
            </a:xfrm>
            <a:custGeom>
              <a:avLst/>
              <a:gdLst/>
              <a:ahLst/>
              <a:cxnLst/>
              <a:rect l="l" t="t" r="r" b="b"/>
              <a:pathLst>
                <a:path w="43815" h="0">
                  <a:moveTo>
                    <a:pt x="0" y="0"/>
                  </a:moveTo>
                  <a:lnTo>
                    <a:pt x="43434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346907" y="70973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336239" y="701356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40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92221" y="72955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 h="0">
                  <a:moveTo>
                    <a:pt x="4267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207461" y="70288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11430" y="0"/>
                  </a:moveTo>
                  <a:lnTo>
                    <a:pt x="762" y="0"/>
                  </a:lnTo>
                  <a:lnTo>
                    <a:pt x="0" y="9906"/>
                  </a:lnTo>
                  <a:lnTo>
                    <a:pt x="762" y="9144"/>
                  </a:lnTo>
                  <a:lnTo>
                    <a:pt x="3048" y="7620"/>
                  </a:lnTo>
                  <a:lnTo>
                    <a:pt x="8382" y="7620"/>
                  </a:lnTo>
                  <a:lnTo>
                    <a:pt x="9906" y="9144"/>
                  </a:lnTo>
                  <a:lnTo>
                    <a:pt x="11430" y="9906"/>
                  </a:lnTo>
                  <a:lnTo>
                    <a:pt x="12192" y="12192"/>
                  </a:lnTo>
                  <a:lnTo>
                    <a:pt x="12192" y="17526"/>
                  </a:lnTo>
                  <a:lnTo>
                    <a:pt x="11430" y="19050"/>
                  </a:lnTo>
                  <a:lnTo>
                    <a:pt x="9906" y="20574"/>
                  </a:lnTo>
                  <a:lnTo>
                    <a:pt x="8382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8" name="object 238" descr=""/>
          <p:cNvGrpSpPr/>
          <p:nvPr/>
        </p:nvGrpSpPr>
        <p:grpSpPr>
          <a:xfrm>
            <a:off x="1443301" y="1310194"/>
            <a:ext cx="92710" cy="129539"/>
            <a:chOff x="1443301" y="1310194"/>
            <a:chExt cx="92710" cy="129539"/>
          </a:xfrm>
        </p:grpSpPr>
        <p:sp>
          <p:nvSpPr>
            <p:cNvPr id="239" name="object 239" descr=""/>
            <p:cNvSpPr/>
            <p:nvPr/>
          </p:nvSpPr>
          <p:spPr>
            <a:xfrm>
              <a:off x="1454350" y="1332292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90" h="86359">
                  <a:moveTo>
                    <a:pt x="34289" y="86106"/>
                  </a:moveTo>
                  <a:lnTo>
                    <a:pt x="34289" y="0"/>
                  </a:lnTo>
                  <a:lnTo>
                    <a:pt x="0" y="0"/>
                  </a:lnTo>
                  <a:lnTo>
                    <a:pt x="0" y="86106"/>
                  </a:lnTo>
                  <a:lnTo>
                    <a:pt x="34289" y="86106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490926" y="1366582"/>
              <a:ext cx="20320" cy="17145"/>
            </a:xfrm>
            <a:custGeom>
              <a:avLst/>
              <a:gdLst/>
              <a:ahLst/>
              <a:cxnLst/>
              <a:rect l="l" t="t" r="r" b="b"/>
              <a:pathLst>
                <a:path w="20319" h="17144">
                  <a:moveTo>
                    <a:pt x="19812" y="16764"/>
                  </a:moveTo>
                  <a:lnTo>
                    <a:pt x="19812" y="0"/>
                  </a:lnTo>
                  <a:lnTo>
                    <a:pt x="0" y="8382"/>
                  </a:lnTo>
                  <a:lnTo>
                    <a:pt x="19812" y="16764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490926" y="1366582"/>
              <a:ext cx="20320" cy="17145"/>
            </a:xfrm>
            <a:custGeom>
              <a:avLst/>
              <a:gdLst/>
              <a:ahLst/>
              <a:cxnLst/>
              <a:rect l="l" t="t" r="r" b="b"/>
              <a:pathLst>
                <a:path w="20319" h="17144">
                  <a:moveTo>
                    <a:pt x="0" y="8382"/>
                  </a:moveTo>
                  <a:lnTo>
                    <a:pt x="19812" y="0"/>
                  </a:lnTo>
                  <a:lnTo>
                    <a:pt x="19812" y="16764"/>
                  </a:lnTo>
                  <a:lnTo>
                    <a:pt x="0" y="8382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497784" y="13749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67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471876" y="1310194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465780" y="13155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444444" y="1321624"/>
              <a:ext cx="21590" cy="6350"/>
            </a:xfrm>
            <a:custGeom>
              <a:avLst/>
              <a:gdLst/>
              <a:ahLst/>
              <a:cxnLst/>
              <a:rect l="l" t="t" r="r" b="b"/>
              <a:pathLst>
                <a:path w="21590" h="6350">
                  <a:moveTo>
                    <a:pt x="21336" y="0"/>
                  </a:moveTo>
                  <a:lnTo>
                    <a:pt x="0" y="0"/>
                  </a:lnTo>
                  <a:lnTo>
                    <a:pt x="3048" y="1524"/>
                  </a:lnTo>
                  <a:lnTo>
                    <a:pt x="5334" y="3810"/>
                  </a:lnTo>
                  <a:lnTo>
                    <a:pt x="6096" y="6096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471876" y="141839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444444" y="1422970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0" y="12953"/>
                  </a:moveTo>
                  <a:lnTo>
                    <a:pt x="0" y="0"/>
                  </a:lnTo>
                  <a:lnTo>
                    <a:pt x="8382" y="6857"/>
                  </a:lnTo>
                  <a:lnTo>
                    <a:pt x="8382" y="3809"/>
                  </a:lnTo>
                  <a:lnTo>
                    <a:pt x="9144" y="1523"/>
                  </a:lnTo>
                  <a:lnTo>
                    <a:pt x="9905" y="761"/>
                  </a:lnTo>
                  <a:lnTo>
                    <a:pt x="12191" y="0"/>
                  </a:lnTo>
                  <a:lnTo>
                    <a:pt x="17526" y="0"/>
                  </a:lnTo>
                  <a:lnTo>
                    <a:pt x="20574" y="1523"/>
                  </a:lnTo>
                  <a:lnTo>
                    <a:pt x="21336" y="3809"/>
                  </a:lnTo>
                  <a:lnTo>
                    <a:pt x="21336" y="9905"/>
                  </a:lnTo>
                  <a:lnTo>
                    <a:pt x="20574" y="12191"/>
                  </a:lnTo>
                  <a:lnTo>
                    <a:pt x="19050" y="12953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514548" y="1374964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518358" y="134753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A9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0" name="object 250" descr=""/>
          <p:cNvGrpSpPr/>
          <p:nvPr/>
        </p:nvGrpSpPr>
        <p:grpSpPr>
          <a:xfrm>
            <a:off x="1579318" y="1355914"/>
            <a:ext cx="128905" cy="39370"/>
            <a:chOff x="1579318" y="1355914"/>
            <a:chExt cx="128905" cy="39370"/>
          </a:xfrm>
        </p:grpSpPr>
        <p:sp>
          <p:nvSpPr>
            <p:cNvPr id="251" name="object 251" descr=""/>
            <p:cNvSpPr/>
            <p:nvPr/>
          </p:nvSpPr>
          <p:spPr>
            <a:xfrm>
              <a:off x="1600654" y="1358200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90">
                  <a:moveTo>
                    <a:pt x="86106" y="0"/>
                  </a:moveTo>
                  <a:lnTo>
                    <a:pt x="86106" y="34290"/>
                  </a:lnTo>
                  <a:lnTo>
                    <a:pt x="0" y="34290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579318" y="1374964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686760" y="1374964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4" name="object 254" descr=""/>
          <p:cNvGrpSpPr/>
          <p:nvPr/>
        </p:nvGrpSpPr>
        <p:grpSpPr>
          <a:xfrm>
            <a:off x="1629991" y="2341561"/>
            <a:ext cx="27940" cy="45720"/>
            <a:chOff x="1629991" y="2341561"/>
            <a:chExt cx="27940" cy="45720"/>
          </a:xfrm>
        </p:grpSpPr>
        <p:sp>
          <p:nvSpPr>
            <p:cNvPr id="255" name="object 255" descr=""/>
            <p:cNvSpPr/>
            <p:nvPr/>
          </p:nvSpPr>
          <p:spPr>
            <a:xfrm>
              <a:off x="1631134" y="2342704"/>
              <a:ext cx="25400" cy="21590"/>
            </a:xfrm>
            <a:custGeom>
              <a:avLst/>
              <a:gdLst/>
              <a:ahLst/>
              <a:cxnLst/>
              <a:rect l="l" t="t" r="r" b="b"/>
              <a:pathLst>
                <a:path w="25400" h="21589">
                  <a:moveTo>
                    <a:pt x="0" y="21336"/>
                  </a:moveTo>
                  <a:lnTo>
                    <a:pt x="12954" y="0"/>
                  </a:lnTo>
                  <a:lnTo>
                    <a:pt x="2514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644088" y="2342704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642945" y="238499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8" name="object 258" descr=""/>
          <p:cNvGrpSpPr/>
          <p:nvPr/>
        </p:nvGrpSpPr>
        <p:grpSpPr>
          <a:xfrm>
            <a:off x="1449396" y="1674811"/>
            <a:ext cx="45085" cy="45720"/>
            <a:chOff x="1449396" y="1674811"/>
            <a:chExt cx="45085" cy="45720"/>
          </a:xfrm>
        </p:grpSpPr>
        <p:sp>
          <p:nvSpPr>
            <p:cNvPr id="259" name="object 259" descr=""/>
            <p:cNvSpPr/>
            <p:nvPr/>
          </p:nvSpPr>
          <p:spPr>
            <a:xfrm>
              <a:off x="1450539" y="1675954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3434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470732" y="16748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1" name="object 261" descr=""/>
          <p:cNvGrpSpPr/>
          <p:nvPr/>
        </p:nvGrpSpPr>
        <p:grpSpPr>
          <a:xfrm>
            <a:off x="1371673" y="2341561"/>
            <a:ext cx="28575" cy="45720"/>
            <a:chOff x="1371673" y="2341561"/>
            <a:chExt cx="28575" cy="45720"/>
          </a:xfrm>
        </p:grpSpPr>
        <p:sp>
          <p:nvSpPr>
            <p:cNvPr id="262" name="object 262" descr=""/>
            <p:cNvSpPr/>
            <p:nvPr/>
          </p:nvSpPr>
          <p:spPr>
            <a:xfrm>
              <a:off x="1372816" y="2342704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4" h="21589">
                  <a:moveTo>
                    <a:pt x="0" y="21336"/>
                  </a:moveTo>
                  <a:lnTo>
                    <a:pt x="12954" y="0"/>
                  </a:lnTo>
                  <a:lnTo>
                    <a:pt x="2590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385770" y="2342704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384627" y="238499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5" name="object 265" descr=""/>
          <p:cNvGrpSpPr/>
          <p:nvPr/>
        </p:nvGrpSpPr>
        <p:grpSpPr>
          <a:xfrm>
            <a:off x="1134691" y="2341561"/>
            <a:ext cx="28575" cy="45720"/>
            <a:chOff x="1134691" y="2341561"/>
            <a:chExt cx="28575" cy="45720"/>
          </a:xfrm>
        </p:grpSpPr>
        <p:sp>
          <p:nvSpPr>
            <p:cNvPr id="266" name="object 266" descr=""/>
            <p:cNvSpPr/>
            <p:nvPr/>
          </p:nvSpPr>
          <p:spPr>
            <a:xfrm>
              <a:off x="1135834" y="2342704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4" h="21589">
                  <a:moveTo>
                    <a:pt x="0" y="21336"/>
                  </a:moveTo>
                  <a:lnTo>
                    <a:pt x="12954" y="0"/>
                  </a:lnTo>
                  <a:lnTo>
                    <a:pt x="2590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148788" y="2342704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147645" y="238499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9" name="object 269" descr=""/>
          <p:cNvGrpSpPr/>
          <p:nvPr/>
        </p:nvGrpSpPr>
        <p:grpSpPr>
          <a:xfrm>
            <a:off x="868753" y="857947"/>
            <a:ext cx="45085" cy="45085"/>
            <a:chOff x="868753" y="857947"/>
            <a:chExt cx="45085" cy="45085"/>
          </a:xfrm>
        </p:grpSpPr>
        <p:sp>
          <p:nvSpPr>
            <p:cNvPr id="270" name="object 270" descr=""/>
            <p:cNvSpPr/>
            <p:nvPr/>
          </p:nvSpPr>
          <p:spPr>
            <a:xfrm>
              <a:off x="869896" y="859090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890089" y="85794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40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2" name="object 272" descr=""/>
          <p:cNvGrpSpPr/>
          <p:nvPr/>
        </p:nvGrpSpPr>
        <p:grpSpPr>
          <a:xfrm>
            <a:off x="826462" y="1168462"/>
            <a:ext cx="128905" cy="69850"/>
            <a:chOff x="826462" y="1168462"/>
            <a:chExt cx="128905" cy="69850"/>
          </a:xfrm>
        </p:grpSpPr>
        <p:sp>
          <p:nvSpPr>
            <p:cNvPr id="273" name="object 273" descr=""/>
            <p:cNvSpPr/>
            <p:nvPr/>
          </p:nvSpPr>
          <p:spPr>
            <a:xfrm>
              <a:off x="878278" y="1168462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341"/>
                  </a:moveTo>
                  <a:lnTo>
                    <a:pt x="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904186" y="1168462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341"/>
                  </a:moveTo>
                  <a:lnTo>
                    <a:pt x="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826462" y="1202752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47625" h="0">
                  <a:moveTo>
                    <a:pt x="4724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907996" y="1202752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47625" h="0">
                  <a:moveTo>
                    <a:pt x="0" y="0"/>
                  </a:moveTo>
                  <a:lnTo>
                    <a:pt x="47244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7" name="object 27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692" y="1437448"/>
            <a:ext cx="258317" cy="176784"/>
          </a:xfrm>
          <a:prstGeom prst="rect">
            <a:avLst/>
          </a:prstGeom>
        </p:spPr>
      </p:pic>
      <p:grpSp>
        <p:nvGrpSpPr>
          <p:cNvPr id="278" name="object 278" descr=""/>
          <p:cNvGrpSpPr/>
          <p:nvPr/>
        </p:nvGrpSpPr>
        <p:grpSpPr>
          <a:xfrm>
            <a:off x="675205" y="1696147"/>
            <a:ext cx="45085" cy="45720"/>
            <a:chOff x="675205" y="1696147"/>
            <a:chExt cx="45085" cy="45720"/>
          </a:xfrm>
        </p:grpSpPr>
        <p:sp>
          <p:nvSpPr>
            <p:cNvPr id="279" name="object 279" descr=""/>
            <p:cNvSpPr/>
            <p:nvPr/>
          </p:nvSpPr>
          <p:spPr>
            <a:xfrm>
              <a:off x="676348" y="1697290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4">
                  <a:moveTo>
                    <a:pt x="21335" y="0"/>
                  </a:moveTo>
                  <a:lnTo>
                    <a:pt x="21335" y="22098"/>
                  </a:lnTo>
                  <a:lnTo>
                    <a:pt x="42672" y="22098"/>
                  </a:lnTo>
                  <a:lnTo>
                    <a:pt x="21336" y="43434"/>
                  </a:lnTo>
                  <a:lnTo>
                    <a:pt x="0" y="22098"/>
                  </a:lnTo>
                  <a:lnTo>
                    <a:pt x="21335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696541" y="169614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1" name="object 281" descr=""/>
          <p:cNvGrpSpPr/>
          <p:nvPr/>
        </p:nvGrpSpPr>
        <p:grpSpPr>
          <a:xfrm>
            <a:off x="439366" y="1183702"/>
            <a:ext cx="128905" cy="39370"/>
            <a:chOff x="439366" y="1183702"/>
            <a:chExt cx="128905" cy="39370"/>
          </a:xfrm>
        </p:grpSpPr>
        <p:sp>
          <p:nvSpPr>
            <p:cNvPr id="282" name="object 282" descr=""/>
            <p:cNvSpPr/>
            <p:nvPr/>
          </p:nvSpPr>
          <p:spPr>
            <a:xfrm>
              <a:off x="460702" y="118598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59" h="34290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439366" y="120275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2133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546808" y="120275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5" name="object 285" descr=""/>
          <p:cNvGrpSpPr/>
          <p:nvPr/>
        </p:nvGrpSpPr>
        <p:grpSpPr>
          <a:xfrm>
            <a:off x="196669" y="1171891"/>
            <a:ext cx="151130" cy="26034"/>
            <a:chOff x="196669" y="1171891"/>
            <a:chExt cx="151130" cy="26034"/>
          </a:xfrm>
        </p:grpSpPr>
        <p:sp>
          <p:nvSpPr>
            <p:cNvPr id="286" name="object 286" descr=""/>
            <p:cNvSpPr/>
            <p:nvPr/>
          </p:nvSpPr>
          <p:spPr>
            <a:xfrm>
              <a:off x="197812" y="1173034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90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215338" y="117303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226006" y="117303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243532" y="119665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264868" y="118294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685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264868" y="117303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90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283156" y="117303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02206" y="119665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324304" y="117303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34210" y="117303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6" name="object 296" descr=""/>
          <p:cNvGrpSpPr/>
          <p:nvPr/>
        </p:nvGrpSpPr>
        <p:grpSpPr>
          <a:xfrm>
            <a:off x="439366" y="710500"/>
            <a:ext cx="128905" cy="39370"/>
            <a:chOff x="439366" y="710500"/>
            <a:chExt cx="128905" cy="39370"/>
          </a:xfrm>
        </p:grpSpPr>
        <p:sp>
          <p:nvSpPr>
            <p:cNvPr id="297" name="object 297" descr=""/>
            <p:cNvSpPr/>
            <p:nvPr/>
          </p:nvSpPr>
          <p:spPr>
            <a:xfrm>
              <a:off x="460702" y="712786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59" h="34290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439366" y="729550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2133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546808" y="729550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0" name="object 300" descr=""/>
          <p:cNvGrpSpPr/>
          <p:nvPr/>
        </p:nvGrpSpPr>
        <p:grpSpPr>
          <a:xfrm>
            <a:off x="296491" y="793177"/>
            <a:ext cx="28575" cy="45720"/>
            <a:chOff x="296491" y="793177"/>
            <a:chExt cx="28575" cy="45720"/>
          </a:xfrm>
        </p:grpSpPr>
        <p:sp>
          <p:nvSpPr>
            <p:cNvPr id="301" name="object 301" descr=""/>
            <p:cNvSpPr/>
            <p:nvPr/>
          </p:nvSpPr>
          <p:spPr>
            <a:xfrm>
              <a:off x="297634" y="815656"/>
              <a:ext cx="26034" cy="22225"/>
            </a:xfrm>
            <a:custGeom>
              <a:avLst/>
              <a:gdLst/>
              <a:ahLst/>
              <a:cxnLst/>
              <a:rect l="l" t="t" r="r" b="b"/>
              <a:pathLst>
                <a:path w="26035" h="22225">
                  <a:moveTo>
                    <a:pt x="25907" y="0"/>
                  </a:moveTo>
                  <a:lnTo>
                    <a:pt x="0" y="0"/>
                  </a:lnTo>
                  <a:lnTo>
                    <a:pt x="12953" y="22097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297634" y="794320"/>
              <a:ext cx="26034" cy="43815"/>
            </a:xfrm>
            <a:custGeom>
              <a:avLst/>
              <a:gdLst/>
              <a:ahLst/>
              <a:cxnLst/>
              <a:rect l="l" t="t" r="r" b="b"/>
              <a:pathLst>
                <a:path w="26035" h="43815">
                  <a:moveTo>
                    <a:pt x="12953" y="0"/>
                  </a:moveTo>
                  <a:lnTo>
                    <a:pt x="12953" y="21336"/>
                  </a:lnTo>
                  <a:lnTo>
                    <a:pt x="0" y="21336"/>
                  </a:lnTo>
                  <a:lnTo>
                    <a:pt x="12953" y="43434"/>
                  </a:lnTo>
                  <a:lnTo>
                    <a:pt x="25907" y="21336"/>
                  </a:lnTo>
                  <a:lnTo>
                    <a:pt x="12953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309445" y="79317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4" name="object 304" descr=""/>
          <p:cNvGrpSpPr/>
          <p:nvPr/>
        </p:nvGrpSpPr>
        <p:grpSpPr>
          <a:xfrm>
            <a:off x="3362778" y="3094417"/>
            <a:ext cx="45720" cy="45085"/>
            <a:chOff x="3362778" y="3094417"/>
            <a:chExt cx="45720" cy="45085"/>
          </a:xfrm>
        </p:grpSpPr>
        <p:sp>
          <p:nvSpPr>
            <p:cNvPr id="305" name="object 305" descr=""/>
            <p:cNvSpPr/>
            <p:nvPr/>
          </p:nvSpPr>
          <p:spPr>
            <a:xfrm>
              <a:off x="3363921" y="3095560"/>
              <a:ext cx="43815" cy="43180"/>
            </a:xfrm>
            <a:custGeom>
              <a:avLst/>
              <a:gdLst/>
              <a:ahLst/>
              <a:cxnLst/>
              <a:rect l="l" t="t" r="r" b="b"/>
              <a:pathLst>
                <a:path w="43814" h="43180">
                  <a:moveTo>
                    <a:pt x="22098" y="0"/>
                  </a:moveTo>
                  <a:lnTo>
                    <a:pt x="22098" y="21336"/>
                  </a:lnTo>
                  <a:lnTo>
                    <a:pt x="43434" y="21336"/>
                  </a:lnTo>
                  <a:lnTo>
                    <a:pt x="22098" y="42672"/>
                  </a:lnTo>
                  <a:lnTo>
                    <a:pt x="0" y="21336"/>
                  </a:lnTo>
                  <a:lnTo>
                    <a:pt x="2209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384876" y="309441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3"/>
                  </a:lnTo>
                  <a:lnTo>
                    <a:pt x="1951" y="1951"/>
                  </a:lnTo>
                  <a:lnTo>
                    <a:pt x="1142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7" name="object 307" descr=""/>
          <p:cNvGrpSpPr/>
          <p:nvPr/>
        </p:nvGrpSpPr>
        <p:grpSpPr>
          <a:xfrm>
            <a:off x="5046036" y="4075111"/>
            <a:ext cx="198120" cy="26034"/>
            <a:chOff x="5046036" y="4075111"/>
            <a:chExt cx="198120" cy="26034"/>
          </a:xfrm>
        </p:grpSpPr>
        <p:sp>
          <p:nvSpPr>
            <p:cNvPr id="308" name="object 308" descr=""/>
            <p:cNvSpPr/>
            <p:nvPr/>
          </p:nvSpPr>
          <p:spPr>
            <a:xfrm>
              <a:off x="5047179" y="4076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0574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15240"/>
                  </a:lnTo>
                  <a:lnTo>
                    <a:pt x="11430" y="12954"/>
                  </a:lnTo>
                  <a:lnTo>
                    <a:pt x="10668" y="12192"/>
                  </a:lnTo>
                  <a:lnTo>
                    <a:pt x="8382" y="11430"/>
                  </a:lnTo>
                  <a:lnTo>
                    <a:pt x="4571" y="9906"/>
                  </a:lnTo>
                  <a:lnTo>
                    <a:pt x="2285" y="9144"/>
                  </a:lnTo>
                  <a:lnTo>
                    <a:pt x="1523" y="7620"/>
                  </a:lnTo>
                  <a:lnTo>
                    <a:pt x="0" y="6096"/>
                  </a:lnTo>
                  <a:lnTo>
                    <a:pt x="0" y="3810"/>
                  </a:lnTo>
                  <a:lnTo>
                    <a:pt x="1523" y="1524"/>
                  </a:lnTo>
                  <a:lnTo>
                    <a:pt x="2285" y="762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5071563" y="4092256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11429" y="7619"/>
                  </a:moveTo>
                  <a:lnTo>
                    <a:pt x="9905" y="6095"/>
                  </a:lnTo>
                  <a:lnTo>
                    <a:pt x="7619" y="4571"/>
                  </a:lnTo>
                  <a:lnTo>
                    <a:pt x="4571" y="1523"/>
                  </a:lnTo>
                  <a:lnTo>
                    <a:pt x="2285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5067753" y="407625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5334" y="21336"/>
                  </a:moveTo>
                  <a:lnTo>
                    <a:pt x="3048" y="20574"/>
                  </a:lnTo>
                  <a:lnTo>
                    <a:pt x="762" y="18288"/>
                  </a:lnTo>
                  <a:lnTo>
                    <a:pt x="0" y="14478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5334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3716" y="3048"/>
                  </a:lnTo>
                  <a:lnTo>
                    <a:pt x="14478" y="6858"/>
                  </a:lnTo>
                  <a:lnTo>
                    <a:pt x="14478" y="14478"/>
                  </a:lnTo>
                  <a:lnTo>
                    <a:pt x="13716" y="18288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5091375" y="4076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762" y="19050"/>
                  </a:lnTo>
                  <a:lnTo>
                    <a:pt x="2286" y="20574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9906" y="20574"/>
                  </a:lnTo>
                  <a:lnTo>
                    <a:pt x="11430" y="19050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5112711" y="4091494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5" h="0">
                  <a:moveTo>
                    <a:pt x="0" y="0"/>
                  </a:moveTo>
                  <a:lnTo>
                    <a:pt x="1066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5111187" y="407625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21336"/>
                  </a:moveTo>
                  <a:lnTo>
                    <a:pt x="6857" y="0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5137095" y="4087684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5132523" y="4076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5153859" y="408616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5153859" y="407625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89">
                  <a:moveTo>
                    <a:pt x="9905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5168337" y="409987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5188911" y="407625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4572" y="0"/>
                  </a:moveTo>
                  <a:lnTo>
                    <a:pt x="13716" y="14478"/>
                  </a:lnTo>
                  <a:lnTo>
                    <a:pt x="12954" y="18288"/>
                  </a:lnTo>
                  <a:lnTo>
                    <a:pt x="10668" y="20574"/>
                  </a:lnTo>
                  <a:lnTo>
                    <a:pt x="9144" y="21336"/>
                  </a:lnTo>
                  <a:lnTo>
                    <a:pt x="4572" y="21336"/>
                  </a:lnTo>
                  <a:lnTo>
                    <a:pt x="3048" y="20574"/>
                  </a:lnTo>
                  <a:lnTo>
                    <a:pt x="762" y="18288"/>
                  </a:lnTo>
                  <a:lnTo>
                    <a:pt x="0" y="14478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5212533" y="4076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1524" y="20574"/>
                  </a:lnTo>
                  <a:lnTo>
                    <a:pt x="3810" y="21336"/>
                  </a:lnTo>
                  <a:lnTo>
                    <a:pt x="7620" y="21336"/>
                  </a:lnTo>
                  <a:lnTo>
                    <a:pt x="9906" y="20574"/>
                  </a:lnTo>
                  <a:lnTo>
                    <a:pt x="10668" y="19050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5231583" y="40762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5237679" y="407625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3" name="object 323" descr=""/>
          <p:cNvGrpSpPr/>
          <p:nvPr/>
        </p:nvGrpSpPr>
        <p:grpSpPr>
          <a:xfrm>
            <a:off x="5132142" y="5687503"/>
            <a:ext cx="236854" cy="26034"/>
            <a:chOff x="5132142" y="5687503"/>
            <a:chExt cx="236854" cy="26034"/>
          </a:xfrm>
        </p:grpSpPr>
        <p:sp>
          <p:nvSpPr>
            <p:cNvPr id="324" name="object 324" descr=""/>
            <p:cNvSpPr/>
            <p:nvPr/>
          </p:nvSpPr>
          <p:spPr>
            <a:xfrm>
              <a:off x="5133285" y="5688646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0" y="20574"/>
                  </a:moveTo>
                  <a:lnTo>
                    <a:pt x="3048" y="22098"/>
                  </a:lnTo>
                  <a:lnTo>
                    <a:pt x="8382" y="22098"/>
                  </a:lnTo>
                  <a:lnTo>
                    <a:pt x="13131" y="19888"/>
                  </a:lnTo>
                  <a:lnTo>
                    <a:pt x="13017" y="16306"/>
                  </a:lnTo>
                  <a:lnTo>
                    <a:pt x="10668" y="12192"/>
                  </a:lnTo>
                  <a:lnTo>
                    <a:pt x="8382" y="11430"/>
                  </a:lnTo>
                  <a:lnTo>
                    <a:pt x="3809" y="10668"/>
                  </a:lnTo>
                  <a:lnTo>
                    <a:pt x="2285" y="9144"/>
                  </a:lnTo>
                  <a:lnTo>
                    <a:pt x="761" y="8382"/>
                  </a:lnTo>
                  <a:lnTo>
                    <a:pt x="0" y="6096"/>
                  </a:lnTo>
                  <a:lnTo>
                    <a:pt x="0" y="4572"/>
                  </a:lnTo>
                  <a:lnTo>
                    <a:pt x="761" y="2286"/>
                  </a:lnTo>
                  <a:lnTo>
                    <a:pt x="2285" y="1524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12191" y="152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5153859" y="5704648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5151573" y="568864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22098"/>
                  </a:moveTo>
                  <a:lnTo>
                    <a:pt x="7619" y="0"/>
                  </a:lnTo>
                  <a:lnTo>
                    <a:pt x="14478" y="2209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5171385" y="5688646"/>
              <a:ext cx="18415" cy="22225"/>
            </a:xfrm>
            <a:custGeom>
              <a:avLst/>
              <a:gdLst/>
              <a:ahLst/>
              <a:cxnLst/>
              <a:rect l="l" t="t" r="r" b="b"/>
              <a:pathLst>
                <a:path w="18414" h="22225">
                  <a:moveTo>
                    <a:pt x="0" y="0"/>
                  </a:moveTo>
                  <a:lnTo>
                    <a:pt x="5334" y="22098"/>
                  </a:lnTo>
                  <a:lnTo>
                    <a:pt x="9144" y="6095"/>
                  </a:lnTo>
                  <a:lnTo>
                    <a:pt x="12954" y="22098"/>
                  </a:lnTo>
                  <a:lnTo>
                    <a:pt x="1828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5195007" y="56886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5201103" y="568864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5213295" y="568864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5334" y="0"/>
                  </a:moveTo>
                  <a:lnTo>
                    <a:pt x="14478" y="14478"/>
                  </a:lnTo>
                  <a:lnTo>
                    <a:pt x="12954" y="19050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5334" y="22098"/>
                  </a:lnTo>
                  <a:lnTo>
                    <a:pt x="762" y="19050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762" y="3048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5235393" y="568864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5334" y="0"/>
                  </a:moveTo>
                  <a:lnTo>
                    <a:pt x="9906" y="0"/>
                  </a:lnTo>
                  <a:lnTo>
                    <a:pt x="11430" y="1523"/>
                  </a:lnTo>
                  <a:lnTo>
                    <a:pt x="13716" y="3047"/>
                  </a:lnTo>
                  <a:lnTo>
                    <a:pt x="14478" y="7620"/>
                  </a:lnTo>
                  <a:lnTo>
                    <a:pt x="14478" y="14478"/>
                  </a:lnTo>
                  <a:lnTo>
                    <a:pt x="13716" y="19050"/>
                  </a:lnTo>
                  <a:lnTo>
                    <a:pt x="11430" y="20574"/>
                  </a:lnTo>
                  <a:lnTo>
                    <a:pt x="9906" y="22098"/>
                  </a:lnTo>
                  <a:lnTo>
                    <a:pt x="5334" y="22098"/>
                  </a:lnTo>
                  <a:lnTo>
                    <a:pt x="3810" y="20574"/>
                  </a:lnTo>
                  <a:lnTo>
                    <a:pt x="1524" y="19050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1524" y="3048"/>
                  </a:lnTo>
                  <a:lnTo>
                    <a:pt x="3810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5255967" y="56886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5262063" y="568864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5275779" y="568864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5275779" y="569931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5287971" y="568864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5293305" y="571226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5313879" y="5688646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4572" y="0"/>
                  </a:moveTo>
                  <a:lnTo>
                    <a:pt x="9144" y="0"/>
                  </a:lnTo>
                  <a:lnTo>
                    <a:pt x="10668" y="1523"/>
                  </a:lnTo>
                  <a:lnTo>
                    <a:pt x="12954" y="3047"/>
                  </a:lnTo>
                  <a:lnTo>
                    <a:pt x="13716" y="7620"/>
                  </a:lnTo>
                  <a:lnTo>
                    <a:pt x="13716" y="14478"/>
                  </a:lnTo>
                  <a:lnTo>
                    <a:pt x="12954" y="19050"/>
                  </a:lnTo>
                  <a:lnTo>
                    <a:pt x="10668" y="20574"/>
                  </a:lnTo>
                  <a:lnTo>
                    <a:pt x="9144" y="22098"/>
                  </a:lnTo>
                  <a:lnTo>
                    <a:pt x="4572" y="22098"/>
                  </a:lnTo>
                  <a:lnTo>
                    <a:pt x="3048" y="20574"/>
                  </a:lnTo>
                  <a:lnTo>
                    <a:pt x="762" y="19050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762" y="3048"/>
                  </a:lnTo>
                  <a:lnTo>
                    <a:pt x="3048" y="1524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5337501" y="568864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0"/>
                  </a:moveTo>
                  <a:lnTo>
                    <a:pt x="0" y="17526"/>
                  </a:lnTo>
                  <a:lnTo>
                    <a:pt x="762" y="19812"/>
                  </a:lnTo>
                  <a:lnTo>
                    <a:pt x="1524" y="20574"/>
                  </a:lnTo>
                  <a:lnTo>
                    <a:pt x="3810" y="22098"/>
                  </a:lnTo>
                  <a:lnTo>
                    <a:pt x="7620" y="22098"/>
                  </a:lnTo>
                  <a:lnTo>
                    <a:pt x="9906" y="20574"/>
                  </a:lnTo>
                  <a:lnTo>
                    <a:pt x="10668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5356551" y="56886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5362647" y="568864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2" name="object 342" descr=""/>
          <p:cNvGrpSpPr/>
          <p:nvPr/>
        </p:nvGrpSpPr>
        <p:grpSpPr>
          <a:xfrm>
            <a:off x="4035624" y="6053263"/>
            <a:ext cx="157480" cy="24130"/>
            <a:chOff x="4035624" y="6053263"/>
            <a:chExt cx="157480" cy="24130"/>
          </a:xfrm>
        </p:grpSpPr>
        <p:sp>
          <p:nvSpPr>
            <p:cNvPr id="343" name="object 343" descr=""/>
            <p:cNvSpPr/>
            <p:nvPr/>
          </p:nvSpPr>
          <p:spPr>
            <a:xfrm>
              <a:off x="4036767" y="605440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0573"/>
                  </a:moveTo>
                  <a:lnTo>
                    <a:pt x="3048" y="21335"/>
                  </a:lnTo>
                  <a:lnTo>
                    <a:pt x="8382" y="21335"/>
                  </a:lnTo>
                  <a:lnTo>
                    <a:pt x="11430" y="19811"/>
                  </a:lnTo>
                  <a:lnTo>
                    <a:pt x="12192" y="17525"/>
                  </a:lnTo>
                  <a:lnTo>
                    <a:pt x="12192" y="15239"/>
                  </a:lnTo>
                  <a:lnTo>
                    <a:pt x="11430" y="13715"/>
                  </a:lnTo>
                  <a:lnTo>
                    <a:pt x="9906" y="12191"/>
                  </a:lnTo>
                  <a:lnTo>
                    <a:pt x="8382" y="11429"/>
                  </a:lnTo>
                  <a:lnTo>
                    <a:pt x="3809" y="10667"/>
                  </a:lnTo>
                  <a:lnTo>
                    <a:pt x="1523" y="9143"/>
                  </a:lnTo>
                  <a:lnTo>
                    <a:pt x="761" y="8381"/>
                  </a:lnTo>
                  <a:lnTo>
                    <a:pt x="0" y="6095"/>
                  </a:lnTo>
                  <a:lnTo>
                    <a:pt x="0" y="4571"/>
                  </a:lnTo>
                  <a:lnTo>
                    <a:pt x="761" y="2285"/>
                  </a:lnTo>
                  <a:lnTo>
                    <a:pt x="1523" y="761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12191" y="761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4057341" y="6069646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4055055" y="605440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5"/>
                  </a:moveTo>
                  <a:lnTo>
                    <a:pt x="6857" y="0"/>
                  </a:lnTo>
                  <a:lnTo>
                    <a:pt x="14478" y="21335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4074867" y="6054406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4" h="21589">
                  <a:moveTo>
                    <a:pt x="0" y="0"/>
                  </a:moveTo>
                  <a:lnTo>
                    <a:pt x="4572" y="21335"/>
                  </a:lnTo>
                  <a:lnTo>
                    <a:pt x="9144" y="6095"/>
                  </a:lnTo>
                  <a:lnTo>
                    <a:pt x="12954" y="21335"/>
                  </a:lnTo>
                  <a:lnTo>
                    <a:pt x="1828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4097727" y="6054406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1295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4103823" y="605440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4116777" y="605440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4572" y="0"/>
                  </a:moveTo>
                  <a:lnTo>
                    <a:pt x="13716" y="14477"/>
                  </a:lnTo>
                  <a:lnTo>
                    <a:pt x="12954" y="18287"/>
                  </a:lnTo>
                  <a:lnTo>
                    <a:pt x="10668" y="20573"/>
                  </a:lnTo>
                  <a:lnTo>
                    <a:pt x="9144" y="21335"/>
                  </a:lnTo>
                  <a:lnTo>
                    <a:pt x="4572" y="21335"/>
                  </a:lnTo>
                  <a:lnTo>
                    <a:pt x="3048" y="20573"/>
                  </a:lnTo>
                  <a:lnTo>
                    <a:pt x="762" y="18287"/>
                  </a:lnTo>
                  <a:lnTo>
                    <a:pt x="0" y="14477"/>
                  </a:lnTo>
                  <a:lnTo>
                    <a:pt x="0" y="7619"/>
                  </a:lnTo>
                  <a:lnTo>
                    <a:pt x="762" y="3047"/>
                  </a:lnTo>
                  <a:lnTo>
                    <a:pt x="3048" y="761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4138875" y="605440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5334" y="0"/>
                  </a:moveTo>
                  <a:lnTo>
                    <a:pt x="14478" y="14477"/>
                  </a:lnTo>
                  <a:lnTo>
                    <a:pt x="13716" y="18287"/>
                  </a:lnTo>
                  <a:lnTo>
                    <a:pt x="11430" y="20573"/>
                  </a:lnTo>
                  <a:lnTo>
                    <a:pt x="9144" y="21335"/>
                  </a:lnTo>
                  <a:lnTo>
                    <a:pt x="5334" y="21335"/>
                  </a:lnTo>
                  <a:lnTo>
                    <a:pt x="3048" y="20573"/>
                  </a:lnTo>
                  <a:lnTo>
                    <a:pt x="1524" y="18287"/>
                  </a:lnTo>
                  <a:lnTo>
                    <a:pt x="0" y="14477"/>
                  </a:lnTo>
                  <a:lnTo>
                    <a:pt x="0" y="7619"/>
                  </a:lnTo>
                  <a:lnTo>
                    <a:pt x="1524" y="3047"/>
                  </a:lnTo>
                  <a:lnTo>
                    <a:pt x="3048" y="761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4159449" y="605440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4165545" y="605440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4179261" y="605440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4179261" y="606507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4191453" y="605440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6" name="object 356" descr=""/>
          <p:cNvGrpSpPr/>
          <p:nvPr/>
        </p:nvGrpSpPr>
        <p:grpSpPr>
          <a:xfrm>
            <a:off x="4954597" y="4341811"/>
            <a:ext cx="45085" cy="45085"/>
            <a:chOff x="4954597" y="4341811"/>
            <a:chExt cx="45085" cy="45085"/>
          </a:xfrm>
        </p:grpSpPr>
        <p:sp>
          <p:nvSpPr>
            <p:cNvPr id="357" name="object 357" descr=""/>
            <p:cNvSpPr/>
            <p:nvPr/>
          </p:nvSpPr>
          <p:spPr>
            <a:xfrm>
              <a:off x="4955740" y="434295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4975933" y="43418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9" name="object 359" descr=""/>
          <p:cNvGrpSpPr/>
          <p:nvPr/>
        </p:nvGrpSpPr>
        <p:grpSpPr>
          <a:xfrm>
            <a:off x="4890970" y="5699314"/>
            <a:ext cx="128905" cy="40005"/>
            <a:chOff x="4890970" y="5699314"/>
            <a:chExt cx="128905" cy="40005"/>
          </a:xfrm>
        </p:grpSpPr>
        <p:sp>
          <p:nvSpPr>
            <p:cNvPr id="360" name="object 360" descr=""/>
            <p:cNvSpPr/>
            <p:nvPr/>
          </p:nvSpPr>
          <p:spPr>
            <a:xfrm>
              <a:off x="4912306" y="5701600"/>
              <a:ext cx="86360" cy="35560"/>
            </a:xfrm>
            <a:custGeom>
              <a:avLst/>
              <a:gdLst/>
              <a:ahLst/>
              <a:cxnLst/>
              <a:rect l="l" t="t" r="r" b="b"/>
              <a:pathLst>
                <a:path w="86360" h="35560">
                  <a:moveTo>
                    <a:pt x="86105" y="0"/>
                  </a:moveTo>
                  <a:lnTo>
                    <a:pt x="86105" y="35051"/>
                  </a:lnTo>
                  <a:lnTo>
                    <a:pt x="0" y="35051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1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4890970" y="571912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4998412" y="571912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3" name="object 363" descr=""/>
          <p:cNvGrpSpPr/>
          <p:nvPr/>
        </p:nvGrpSpPr>
        <p:grpSpPr>
          <a:xfrm>
            <a:off x="4957264" y="4170742"/>
            <a:ext cx="40005" cy="128905"/>
            <a:chOff x="4957264" y="4170742"/>
            <a:chExt cx="40005" cy="128905"/>
          </a:xfrm>
        </p:grpSpPr>
        <p:sp>
          <p:nvSpPr>
            <p:cNvPr id="364" name="object 364" descr=""/>
            <p:cNvSpPr/>
            <p:nvPr/>
          </p:nvSpPr>
          <p:spPr>
            <a:xfrm>
              <a:off x="4959550" y="4192078"/>
              <a:ext cx="35560" cy="86360"/>
            </a:xfrm>
            <a:custGeom>
              <a:avLst/>
              <a:gdLst/>
              <a:ahLst/>
              <a:cxnLst/>
              <a:rect l="l" t="t" r="r" b="b"/>
              <a:pathLst>
                <a:path w="35560" h="86360">
                  <a:moveTo>
                    <a:pt x="0" y="0"/>
                  </a:moveTo>
                  <a:lnTo>
                    <a:pt x="0" y="86105"/>
                  </a:lnTo>
                  <a:lnTo>
                    <a:pt x="35051" y="86105"/>
                  </a:lnTo>
                  <a:lnTo>
                    <a:pt x="35051" y="0"/>
                  </a:lnTo>
                  <a:lnTo>
                    <a:pt x="0" y="0"/>
                  </a:lnTo>
                  <a:close/>
                </a:path>
              </a:pathLst>
            </a:custGeom>
            <a:ln w="4571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4977076" y="417074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4977076" y="427818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5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7" name="object 367" descr=""/>
          <p:cNvGrpSpPr/>
          <p:nvPr/>
        </p:nvGrpSpPr>
        <p:grpSpPr>
          <a:xfrm>
            <a:off x="4758763" y="2570542"/>
            <a:ext cx="14604" cy="21590"/>
            <a:chOff x="4758763" y="2570542"/>
            <a:chExt cx="14604" cy="21590"/>
          </a:xfrm>
        </p:grpSpPr>
        <p:sp>
          <p:nvSpPr>
            <p:cNvPr id="368" name="object 368" descr=""/>
            <p:cNvSpPr/>
            <p:nvPr/>
          </p:nvSpPr>
          <p:spPr>
            <a:xfrm>
              <a:off x="4759906" y="257054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4759906" y="258121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4772098" y="257054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1" name="object 371" descr=""/>
          <p:cNvGrpSpPr/>
          <p:nvPr/>
        </p:nvGrpSpPr>
        <p:grpSpPr>
          <a:xfrm>
            <a:off x="4783528" y="4086922"/>
            <a:ext cx="128905" cy="39370"/>
            <a:chOff x="4783528" y="4086922"/>
            <a:chExt cx="128905" cy="39370"/>
          </a:xfrm>
        </p:grpSpPr>
        <p:sp>
          <p:nvSpPr>
            <p:cNvPr id="372" name="object 372" descr=""/>
            <p:cNvSpPr/>
            <p:nvPr/>
          </p:nvSpPr>
          <p:spPr>
            <a:xfrm>
              <a:off x="4804864" y="408920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4783528" y="410597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4890970" y="410597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5" name="object 375" descr=""/>
          <p:cNvGrpSpPr/>
          <p:nvPr/>
        </p:nvGrpSpPr>
        <p:grpSpPr>
          <a:xfrm>
            <a:off x="4396432" y="3785932"/>
            <a:ext cx="128905" cy="39370"/>
            <a:chOff x="4396432" y="3785932"/>
            <a:chExt cx="128905" cy="39370"/>
          </a:xfrm>
        </p:grpSpPr>
        <p:sp>
          <p:nvSpPr>
            <p:cNvPr id="376" name="object 376" descr=""/>
            <p:cNvSpPr/>
            <p:nvPr/>
          </p:nvSpPr>
          <p:spPr>
            <a:xfrm>
              <a:off x="4417768" y="378821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4396432" y="380498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4503874" y="380498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9" name="object 379" descr=""/>
          <p:cNvGrpSpPr/>
          <p:nvPr/>
        </p:nvGrpSpPr>
        <p:grpSpPr>
          <a:xfrm>
            <a:off x="3363922" y="3828604"/>
            <a:ext cx="129539" cy="39370"/>
            <a:chOff x="3363922" y="3828604"/>
            <a:chExt cx="129539" cy="39370"/>
          </a:xfrm>
        </p:grpSpPr>
        <p:sp>
          <p:nvSpPr>
            <p:cNvPr id="380" name="object 380" descr=""/>
            <p:cNvSpPr/>
            <p:nvPr/>
          </p:nvSpPr>
          <p:spPr>
            <a:xfrm>
              <a:off x="3386020" y="3830890"/>
              <a:ext cx="85725" cy="34290"/>
            </a:xfrm>
            <a:custGeom>
              <a:avLst/>
              <a:gdLst/>
              <a:ahLst/>
              <a:cxnLst/>
              <a:rect l="l" t="t" r="r" b="b"/>
              <a:pathLst>
                <a:path w="85725" h="34289">
                  <a:moveTo>
                    <a:pt x="85344" y="0"/>
                  </a:moveTo>
                  <a:lnTo>
                    <a:pt x="85344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5344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3363922" y="3848416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2209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3471364" y="3848416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3" name="object 383" descr=""/>
          <p:cNvGrpSpPr/>
          <p:nvPr/>
        </p:nvGrpSpPr>
        <p:grpSpPr>
          <a:xfrm>
            <a:off x="3989523" y="3774121"/>
            <a:ext cx="122555" cy="26034"/>
            <a:chOff x="3989523" y="3774121"/>
            <a:chExt cx="122555" cy="26034"/>
          </a:xfrm>
        </p:grpSpPr>
        <p:sp>
          <p:nvSpPr>
            <p:cNvPr id="384" name="object 384" descr=""/>
            <p:cNvSpPr/>
            <p:nvPr/>
          </p:nvSpPr>
          <p:spPr>
            <a:xfrm>
              <a:off x="3989523" y="377526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3995619" y="377526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4007811" y="377526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4572" y="0"/>
                  </a:moveTo>
                  <a:lnTo>
                    <a:pt x="14478" y="13716"/>
                  </a:lnTo>
                  <a:lnTo>
                    <a:pt x="12954" y="18288"/>
                  </a:lnTo>
                  <a:lnTo>
                    <a:pt x="11430" y="19812"/>
                  </a:lnTo>
                  <a:lnTo>
                    <a:pt x="9144" y="21336"/>
                  </a:lnTo>
                  <a:lnTo>
                    <a:pt x="4572" y="21336"/>
                  </a:lnTo>
                  <a:lnTo>
                    <a:pt x="3048" y="19812"/>
                  </a:lnTo>
                  <a:lnTo>
                    <a:pt x="762" y="18288"/>
                  </a:lnTo>
                  <a:lnTo>
                    <a:pt x="0" y="13716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4026099" y="379888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4046673" y="377526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19812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9906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15240"/>
                  </a:lnTo>
                  <a:lnTo>
                    <a:pt x="11430" y="12954"/>
                  </a:lnTo>
                  <a:lnTo>
                    <a:pt x="9906" y="12192"/>
                  </a:lnTo>
                  <a:lnTo>
                    <a:pt x="8382" y="10668"/>
                  </a:lnTo>
                  <a:lnTo>
                    <a:pt x="3809" y="9906"/>
                  </a:lnTo>
                  <a:lnTo>
                    <a:pt x="1523" y="9144"/>
                  </a:lnTo>
                  <a:lnTo>
                    <a:pt x="0" y="6096"/>
                  </a:lnTo>
                  <a:lnTo>
                    <a:pt x="0" y="3810"/>
                  </a:lnTo>
                  <a:lnTo>
                    <a:pt x="761" y="1524"/>
                  </a:lnTo>
                  <a:lnTo>
                    <a:pt x="1523" y="762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4068009" y="377526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4077915" y="377526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21336"/>
                  </a:moveTo>
                  <a:lnTo>
                    <a:pt x="0" y="0"/>
                  </a:lnTo>
                  <a:lnTo>
                    <a:pt x="12954" y="21336"/>
                  </a:lnTo>
                  <a:lnTo>
                    <a:pt x="1295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4100775" y="378517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4100775" y="377526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89">
                  <a:moveTo>
                    <a:pt x="9905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3" name="object 393" descr=""/>
          <p:cNvGrpSpPr/>
          <p:nvPr/>
        </p:nvGrpSpPr>
        <p:grpSpPr>
          <a:xfrm>
            <a:off x="3751017" y="3828604"/>
            <a:ext cx="129539" cy="39370"/>
            <a:chOff x="3751017" y="3828604"/>
            <a:chExt cx="129539" cy="39370"/>
          </a:xfrm>
        </p:grpSpPr>
        <p:sp>
          <p:nvSpPr>
            <p:cNvPr id="394" name="object 394" descr=""/>
            <p:cNvSpPr/>
            <p:nvPr/>
          </p:nvSpPr>
          <p:spPr>
            <a:xfrm>
              <a:off x="3773115" y="3830890"/>
              <a:ext cx="85725" cy="34290"/>
            </a:xfrm>
            <a:custGeom>
              <a:avLst/>
              <a:gdLst/>
              <a:ahLst/>
              <a:cxnLst/>
              <a:rect l="l" t="t" r="r" b="b"/>
              <a:pathLst>
                <a:path w="85725" h="34289">
                  <a:moveTo>
                    <a:pt x="85344" y="0"/>
                  </a:moveTo>
                  <a:lnTo>
                    <a:pt x="85344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5344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3751017" y="3848416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2209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3858459" y="3848416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7" name="object 397" descr=""/>
          <p:cNvGrpSpPr/>
          <p:nvPr/>
        </p:nvGrpSpPr>
        <p:grpSpPr>
          <a:xfrm>
            <a:off x="2526864" y="1021015"/>
            <a:ext cx="121920" cy="26034"/>
            <a:chOff x="2526864" y="1021015"/>
            <a:chExt cx="121920" cy="26034"/>
          </a:xfrm>
        </p:grpSpPr>
        <p:sp>
          <p:nvSpPr>
            <p:cNvPr id="398" name="object 398" descr=""/>
            <p:cNvSpPr/>
            <p:nvPr/>
          </p:nvSpPr>
          <p:spPr>
            <a:xfrm>
              <a:off x="2528007" y="102215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90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2552391" y="1022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0"/>
                  </a:moveTo>
                  <a:lnTo>
                    <a:pt x="0" y="17526"/>
                  </a:lnTo>
                  <a:lnTo>
                    <a:pt x="762" y="19812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11430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2575251" y="102215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90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2588967" y="102215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1295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2595063" y="102215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2603445" y="104578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2624781" y="102215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2635449" y="1022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6" name="object 406" descr=""/>
          <p:cNvGrpSpPr/>
          <p:nvPr/>
        </p:nvGrpSpPr>
        <p:grpSpPr>
          <a:xfrm>
            <a:off x="1498927" y="698689"/>
            <a:ext cx="83820" cy="24130"/>
            <a:chOff x="1498927" y="698689"/>
            <a:chExt cx="83820" cy="24130"/>
          </a:xfrm>
        </p:grpSpPr>
        <p:sp>
          <p:nvSpPr>
            <p:cNvPr id="407" name="object 407" descr=""/>
            <p:cNvSpPr/>
            <p:nvPr/>
          </p:nvSpPr>
          <p:spPr>
            <a:xfrm>
              <a:off x="1500070" y="69983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762"/>
                  </a:lnTo>
                  <a:lnTo>
                    <a:pt x="11429" y="2286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521406" y="69983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529026" y="69983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535122" y="69983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547066" y="700594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4" h="20320">
                  <a:moveTo>
                    <a:pt x="13201" y="18287"/>
                  </a:moveTo>
                  <a:lnTo>
                    <a:pt x="12439" y="19811"/>
                  </a:lnTo>
                  <a:lnTo>
                    <a:pt x="3109" y="18777"/>
                  </a:lnTo>
                  <a:lnTo>
                    <a:pt x="0" y="9905"/>
                  </a:lnTo>
                  <a:lnTo>
                    <a:pt x="3109" y="1034"/>
                  </a:lnTo>
                  <a:lnTo>
                    <a:pt x="12439" y="0"/>
                  </a:lnTo>
                  <a:lnTo>
                    <a:pt x="13201" y="1523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569412" y="69983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569412" y="70973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581604" y="69983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5" name="object 415" descr=""/>
          <p:cNvGrpSpPr/>
          <p:nvPr/>
        </p:nvGrpSpPr>
        <p:grpSpPr>
          <a:xfrm>
            <a:off x="1757245" y="1344103"/>
            <a:ext cx="121920" cy="26034"/>
            <a:chOff x="1757245" y="1344103"/>
            <a:chExt cx="121920" cy="26034"/>
          </a:xfrm>
        </p:grpSpPr>
        <p:sp>
          <p:nvSpPr>
            <p:cNvPr id="416" name="object 416" descr=""/>
            <p:cNvSpPr/>
            <p:nvPr/>
          </p:nvSpPr>
          <p:spPr>
            <a:xfrm>
              <a:off x="1758388" y="134524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3716" y="0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782772" y="1345246"/>
              <a:ext cx="12700" cy="23495"/>
            </a:xfrm>
            <a:custGeom>
              <a:avLst/>
              <a:gdLst/>
              <a:ahLst/>
              <a:cxnLst/>
              <a:rect l="l" t="t" r="r" b="b"/>
              <a:pathLst>
                <a:path w="12700" h="23494">
                  <a:moveTo>
                    <a:pt x="0" y="0"/>
                  </a:moveTo>
                  <a:lnTo>
                    <a:pt x="0" y="16764"/>
                  </a:lnTo>
                  <a:lnTo>
                    <a:pt x="2006" y="23279"/>
                  </a:lnTo>
                  <a:lnTo>
                    <a:pt x="10185" y="23279"/>
                  </a:lnTo>
                  <a:lnTo>
                    <a:pt x="12192" y="16764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804870" y="1345246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819348" y="13452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825444" y="134524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833826" y="136810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855162" y="134524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865830" y="13452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4" name="object 424" descr=""/>
          <p:cNvGrpSpPr/>
          <p:nvPr/>
        </p:nvGrpSpPr>
        <p:grpSpPr>
          <a:xfrm>
            <a:off x="2611827" y="2674174"/>
            <a:ext cx="128905" cy="68580"/>
            <a:chOff x="2611827" y="2674174"/>
            <a:chExt cx="128905" cy="68580"/>
          </a:xfrm>
        </p:grpSpPr>
        <p:sp>
          <p:nvSpPr>
            <p:cNvPr id="425" name="object 425" descr=""/>
            <p:cNvSpPr/>
            <p:nvPr/>
          </p:nvSpPr>
          <p:spPr>
            <a:xfrm>
              <a:off x="2662881" y="2674174"/>
              <a:ext cx="0" cy="68580"/>
            </a:xfrm>
            <a:custGeom>
              <a:avLst/>
              <a:gdLst/>
              <a:ahLst/>
              <a:cxnLst/>
              <a:rect l="l" t="t" r="r" b="b"/>
              <a:pathLst>
                <a:path w="0" h="68580">
                  <a:moveTo>
                    <a:pt x="0" y="68579"/>
                  </a:moveTo>
                  <a:lnTo>
                    <a:pt x="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2688789" y="2674174"/>
              <a:ext cx="0" cy="68580"/>
            </a:xfrm>
            <a:custGeom>
              <a:avLst/>
              <a:gdLst/>
              <a:ahLst/>
              <a:cxnLst/>
              <a:rect l="l" t="t" r="r" b="b"/>
              <a:pathLst>
                <a:path w="0" h="68580">
                  <a:moveTo>
                    <a:pt x="0" y="68579"/>
                  </a:moveTo>
                  <a:lnTo>
                    <a:pt x="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2611827" y="2708464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47625" h="0">
                  <a:moveTo>
                    <a:pt x="4724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2693361" y="2708464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47625" h="0">
                  <a:moveTo>
                    <a:pt x="0" y="0"/>
                  </a:moveTo>
                  <a:lnTo>
                    <a:pt x="47244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9" name="object 429" descr=""/>
          <p:cNvGrpSpPr/>
          <p:nvPr/>
        </p:nvGrpSpPr>
        <p:grpSpPr>
          <a:xfrm>
            <a:off x="3105223" y="3094417"/>
            <a:ext cx="45085" cy="45085"/>
            <a:chOff x="3105223" y="3094417"/>
            <a:chExt cx="45085" cy="45085"/>
          </a:xfrm>
        </p:grpSpPr>
        <p:sp>
          <p:nvSpPr>
            <p:cNvPr id="430" name="object 430" descr=""/>
            <p:cNvSpPr/>
            <p:nvPr/>
          </p:nvSpPr>
          <p:spPr>
            <a:xfrm>
              <a:off x="3106366" y="3095560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3126559" y="309441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3"/>
                  </a:lnTo>
                  <a:lnTo>
                    <a:pt x="1951" y="1951"/>
                  </a:lnTo>
                  <a:lnTo>
                    <a:pt x="1143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2" name="object 432" descr=""/>
          <p:cNvGrpSpPr/>
          <p:nvPr/>
        </p:nvGrpSpPr>
        <p:grpSpPr>
          <a:xfrm>
            <a:off x="2301313" y="2676841"/>
            <a:ext cx="177165" cy="26034"/>
            <a:chOff x="2301313" y="2676841"/>
            <a:chExt cx="177165" cy="26034"/>
          </a:xfrm>
        </p:grpSpPr>
        <p:sp>
          <p:nvSpPr>
            <p:cNvPr id="433" name="object 433" descr=""/>
            <p:cNvSpPr/>
            <p:nvPr/>
          </p:nvSpPr>
          <p:spPr>
            <a:xfrm>
              <a:off x="2302456" y="2677984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2302456" y="268865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2314648" y="2677984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2323792" y="2693224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4" h="0">
                  <a:moveTo>
                    <a:pt x="0" y="0"/>
                  </a:moveTo>
                  <a:lnTo>
                    <a:pt x="1066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2322268" y="267798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0" y="22098"/>
                  </a:moveTo>
                  <a:lnTo>
                    <a:pt x="6857" y="0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2348938" y="2689414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4">
                  <a:moveTo>
                    <a:pt x="6857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2343604" y="267798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1429" y="9144"/>
                  </a:lnTo>
                  <a:lnTo>
                    <a:pt x="9906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2364940" y="267798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2098"/>
                  </a:lnTo>
                  <a:lnTo>
                    <a:pt x="0" y="2209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2381704" y="270160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2399865" y="2677984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1650" y="20574"/>
                  </a:moveTo>
                  <a:lnTo>
                    <a:pt x="5460" y="22098"/>
                  </a:lnTo>
                  <a:lnTo>
                    <a:pt x="10032" y="22098"/>
                  </a:lnTo>
                  <a:lnTo>
                    <a:pt x="12318" y="20574"/>
                  </a:lnTo>
                  <a:lnTo>
                    <a:pt x="13080" y="19812"/>
                  </a:lnTo>
                  <a:lnTo>
                    <a:pt x="14604" y="17526"/>
                  </a:lnTo>
                  <a:lnTo>
                    <a:pt x="14604" y="15240"/>
                  </a:lnTo>
                  <a:lnTo>
                    <a:pt x="13080" y="13716"/>
                  </a:lnTo>
                  <a:lnTo>
                    <a:pt x="12318" y="12192"/>
                  </a:lnTo>
                  <a:lnTo>
                    <a:pt x="10032" y="11430"/>
                  </a:lnTo>
                  <a:lnTo>
                    <a:pt x="6222" y="10668"/>
                  </a:lnTo>
                  <a:lnTo>
                    <a:pt x="0" y="6946"/>
                  </a:lnTo>
                  <a:lnTo>
                    <a:pt x="0" y="3721"/>
                  </a:lnTo>
                  <a:lnTo>
                    <a:pt x="6222" y="0"/>
                  </a:lnTo>
                  <a:lnTo>
                    <a:pt x="11556" y="0"/>
                  </a:lnTo>
                  <a:lnTo>
                    <a:pt x="14604" y="152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2427424" y="2689414"/>
              <a:ext cx="0" cy="10795"/>
            </a:xfrm>
            <a:custGeom>
              <a:avLst/>
              <a:gdLst/>
              <a:ahLst/>
              <a:cxnLst/>
              <a:rect l="l" t="t" r="r" b="b"/>
              <a:pathLst>
                <a:path w="0" h="10794">
                  <a:moveTo>
                    <a:pt x="0" y="0"/>
                  </a:moveTo>
                  <a:lnTo>
                    <a:pt x="0" y="1066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2420566" y="2677984"/>
              <a:ext cx="13970" cy="11430"/>
            </a:xfrm>
            <a:custGeom>
              <a:avLst/>
              <a:gdLst/>
              <a:ahLst/>
              <a:cxnLst/>
              <a:rect l="l" t="t" r="r" b="b"/>
              <a:pathLst>
                <a:path w="13969" h="11430">
                  <a:moveTo>
                    <a:pt x="0" y="0"/>
                  </a:moveTo>
                  <a:lnTo>
                    <a:pt x="6858" y="11430"/>
                  </a:lnTo>
                  <a:lnTo>
                    <a:pt x="1371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2441902" y="267798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12192" y="22098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2463071" y="267798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3882" y="19812"/>
                  </a:moveTo>
                  <a:lnTo>
                    <a:pt x="9310" y="22098"/>
                  </a:lnTo>
                  <a:lnTo>
                    <a:pt x="2411" y="18771"/>
                  </a:lnTo>
                  <a:lnTo>
                    <a:pt x="0" y="10996"/>
                  </a:lnTo>
                  <a:lnTo>
                    <a:pt x="2243" y="3247"/>
                  </a:lnTo>
                  <a:lnTo>
                    <a:pt x="9310" y="0"/>
                  </a:lnTo>
                  <a:lnTo>
                    <a:pt x="13882" y="228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7" name="object 447" descr=""/>
          <p:cNvGrpSpPr/>
          <p:nvPr/>
        </p:nvGrpSpPr>
        <p:grpSpPr>
          <a:xfrm>
            <a:off x="1708096" y="3872038"/>
            <a:ext cx="129539" cy="39370"/>
            <a:chOff x="1708096" y="3872038"/>
            <a:chExt cx="129539" cy="39370"/>
          </a:xfrm>
        </p:grpSpPr>
        <p:sp>
          <p:nvSpPr>
            <p:cNvPr id="448" name="object 448" descr=""/>
            <p:cNvSpPr/>
            <p:nvPr/>
          </p:nvSpPr>
          <p:spPr>
            <a:xfrm>
              <a:off x="1729432" y="3874324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708096" y="3891088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815538" y="3891088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1" name="object 451" descr=""/>
          <p:cNvGrpSpPr/>
          <p:nvPr/>
        </p:nvGrpSpPr>
        <p:grpSpPr>
          <a:xfrm>
            <a:off x="215719" y="2419285"/>
            <a:ext cx="133350" cy="26034"/>
            <a:chOff x="215719" y="2419285"/>
            <a:chExt cx="133350" cy="26034"/>
          </a:xfrm>
        </p:grpSpPr>
        <p:sp>
          <p:nvSpPr>
            <p:cNvPr id="452" name="object 452" descr=""/>
            <p:cNvSpPr/>
            <p:nvPr/>
          </p:nvSpPr>
          <p:spPr>
            <a:xfrm>
              <a:off x="216862" y="242042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0667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3047" y="7620"/>
                  </a:lnTo>
                  <a:lnTo>
                    <a:pt x="7619" y="7620"/>
                  </a:lnTo>
                  <a:lnTo>
                    <a:pt x="9905" y="9144"/>
                  </a:lnTo>
                  <a:lnTo>
                    <a:pt x="10667" y="9906"/>
                  </a:lnTo>
                  <a:lnTo>
                    <a:pt x="12192" y="12192"/>
                  </a:lnTo>
                  <a:lnTo>
                    <a:pt x="12192" y="16764"/>
                  </a:lnTo>
                  <a:lnTo>
                    <a:pt x="10668" y="19050"/>
                  </a:lnTo>
                  <a:lnTo>
                    <a:pt x="9905" y="20574"/>
                  </a:lnTo>
                  <a:lnTo>
                    <a:pt x="7620" y="21336"/>
                  </a:lnTo>
                  <a:lnTo>
                    <a:pt x="3048" y="21336"/>
                  </a:lnTo>
                  <a:lnTo>
                    <a:pt x="761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236674" y="2420428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11429" y="0"/>
                  </a:moveTo>
                  <a:lnTo>
                    <a:pt x="1523" y="0"/>
                  </a:lnTo>
                  <a:lnTo>
                    <a:pt x="0" y="9906"/>
                  </a:lnTo>
                  <a:lnTo>
                    <a:pt x="1523" y="9144"/>
                  </a:lnTo>
                  <a:lnTo>
                    <a:pt x="3809" y="7620"/>
                  </a:lnTo>
                  <a:lnTo>
                    <a:pt x="8381" y="7620"/>
                  </a:lnTo>
                  <a:lnTo>
                    <a:pt x="10667" y="9144"/>
                  </a:lnTo>
                  <a:lnTo>
                    <a:pt x="11429" y="9906"/>
                  </a:lnTo>
                  <a:lnTo>
                    <a:pt x="12953" y="12192"/>
                  </a:lnTo>
                  <a:lnTo>
                    <a:pt x="12953" y="16764"/>
                  </a:lnTo>
                  <a:lnTo>
                    <a:pt x="11429" y="19050"/>
                  </a:lnTo>
                  <a:lnTo>
                    <a:pt x="10667" y="20574"/>
                  </a:lnTo>
                  <a:lnTo>
                    <a:pt x="8381" y="21336"/>
                  </a:lnTo>
                  <a:lnTo>
                    <a:pt x="3809" y="21336"/>
                  </a:lnTo>
                  <a:lnTo>
                    <a:pt x="1523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257248" y="242042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1429" y="0"/>
                  </a:moveTo>
                  <a:lnTo>
                    <a:pt x="1523" y="0"/>
                  </a:lnTo>
                  <a:lnTo>
                    <a:pt x="0" y="9906"/>
                  </a:lnTo>
                  <a:lnTo>
                    <a:pt x="1523" y="9144"/>
                  </a:lnTo>
                  <a:lnTo>
                    <a:pt x="3047" y="7620"/>
                  </a:lnTo>
                  <a:lnTo>
                    <a:pt x="8381" y="7620"/>
                  </a:lnTo>
                  <a:lnTo>
                    <a:pt x="10667" y="9144"/>
                  </a:lnTo>
                  <a:lnTo>
                    <a:pt x="11429" y="9906"/>
                  </a:lnTo>
                  <a:lnTo>
                    <a:pt x="12191" y="12192"/>
                  </a:lnTo>
                  <a:lnTo>
                    <a:pt x="12191" y="16764"/>
                  </a:lnTo>
                  <a:lnTo>
                    <a:pt x="11429" y="19050"/>
                  </a:lnTo>
                  <a:lnTo>
                    <a:pt x="10667" y="20574"/>
                  </a:lnTo>
                  <a:lnTo>
                    <a:pt x="8381" y="21336"/>
                  </a:lnTo>
                  <a:lnTo>
                    <a:pt x="3047" y="21336"/>
                  </a:lnTo>
                  <a:lnTo>
                    <a:pt x="1523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274012" y="244405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292300" y="242042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6858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312688" y="2421190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5" h="20319">
                  <a:moveTo>
                    <a:pt x="13139" y="18287"/>
                  </a:moveTo>
                  <a:lnTo>
                    <a:pt x="12377" y="19811"/>
                  </a:lnTo>
                  <a:lnTo>
                    <a:pt x="3110" y="18732"/>
                  </a:lnTo>
                  <a:lnTo>
                    <a:pt x="0" y="9939"/>
                  </a:lnTo>
                  <a:lnTo>
                    <a:pt x="3078" y="1129"/>
                  </a:lnTo>
                  <a:lnTo>
                    <a:pt x="12377" y="0"/>
                  </a:lnTo>
                  <a:lnTo>
                    <a:pt x="13139" y="761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334014" y="2421190"/>
              <a:ext cx="13970" cy="20320"/>
            </a:xfrm>
            <a:custGeom>
              <a:avLst/>
              <a:gdLst/>
              <a:ahLst/>
              <a:cxnLst/>
              <a:rect l="l" t="t" r="r" b="b"/>
              <a:pathLst>
                <a:path w="13970" h="20319">
                  <a:moveTo>
                    <a:pt x="13911" y="18287"/>
                  </a:moveTo>
                  <a:lnTo>
                    <a:pt x="12387" y="19811"/>
                  </a:lnTo>
                  <a:lnTo>
                    <a:pt x="3220" y="18488"/>
                  </a:lnTo>
                  <a:lnTo>
                    <a:pt x="0" y="9858"/>
                  </a:lnTo>
                  <a:lnTo>
                    <a:pt x="2973" y="1252"/>
                  </a:lnTo>
                  <a:lnTo>
                    <a:pt x="12387" y="0"/>
                  </a:lnTo>
                  <a:lnTo>
                    <a:pt x="13911" y="761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9" name="object 459" descr=""/>
          <p:cNvGrpSpPr/>
          <p:nvPr/>
        </p:nvGrpSpPr>
        <p:grpSpPr>
          <a:xfrm>
            <a:off x="464512" y="3774121"/>
            <a:ext cx="142240" cy="24130"/>
            <a:chOff x="464512" y="3774121"/>
            <a:chExt cx="142240" cy="24130"/>
          </a:xfrm>
        </p:grpSpPr>
        <p:sp>
          <p:nvSpPr>
            <p:cNvPr id="460" name="object 460" descr=""/>
            <p:cNvSpPr/>
            <p:nvPr/>
          </p:nvSpPr>
          <p:spPr>
            <a:xfrm>
              <a:off x="464512" y="377526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470608" y="377526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488896" y="3785932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4" h="10795">
                  <a:moveTo>
                    <a:pt x="6857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483562" y="377526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505660" y="377526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514804" y="3790504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59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512518" y="377526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6857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533854" y="377526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555190" y="377526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12954" y="762"/>
                  </a:moveTo>
                  <a:lnTo>
                    <a:pt x="10668" y="0"/>
                  </a:lnTo>
                  <a:lnTo>
                    <a:pt x="7620" y="0"/>
                  </a:lnTo>
                  <a:lnTo>
                    <a:pt x="4572" y="762"/>
                  </a:lnTo>
                  <a:lnTo>
                    <a:pt x="2286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1524" y="16002"/>
                  </a:lnTo>
                  <a:lnTo>
                    <a:pt x="2286" y="18288"/>
                  </a:lnTo>
                  <a:lnTo>
                    <a:pt x="4572" y="19812"/>
                  </a:lnTo>
                  <a:lnTo>
                    <a:pt x="7620" y="21336"/>
                  </a:lnTo>
                  <a:lnTo>
                    <a:pt x="9906" y="21336"/>
                  </a:lnTo>
                  <a:lnTo>
                    <a:pt x="12954" y="19812"/>
                  </a:lnTo>
                  <a:lnTo>
                    <a:pt x="13716" y="19050"/>
                  </a:lnTo>
                  <a:lnTo>
                    <a:pt x="13716" y="12192"/>
                  </a:lnTo>
                  <a:lnTo>
                    <a:pt x="9906" y="1219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578050" y="377526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595576" y="378517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595576" y="377526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2" name="object 472" descr=""/>
          <p:cNvGrpSpPr/>
          <p:nvPr/>
        </p:nvGrpSpPr>
        <p:grpSpPr>
          <a:xfrm>
            <a:off x="318970" y="2493580"/>
            <a:ext cx="68580" cy="128905"/>
            <a:chOff x="318970" y="2493580"/>
            <a:chExt cx="68580" cy="128905"/>
          </a:xfrm>
        </p:grpSpPr>
        <p:sp>
          <p:nvSpPr>
            <p:cNvPr id="473" name="object 473" descr=""/>
            <p:cNvSpPr/>
            <p:nvPr/>
          </p:nvSpPr>
          <p:spPr>
            <a:xfrm>
              <a:off x="318970" y="2544634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79" h="0">
                  <a:moveTo>
                    <a:pt x="0" y="0"/>
                  </a:moveTo>
                  <a:lnTo>
                    <a:pt x="6858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318970" y="2570542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79" h="0">
                  <a:moveTo>
                    <a:pt x="0" y="0"/>
                  </a:moveTo>
                  <a:lnTo>
                    <a:pt x="6858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353260" y="2493580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472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353260" y="2575114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0"/>
                  </a:moveTo>
                  <a:lnTo>
                    <a:pt x="0" y="4724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7" name="object 477" descr=""/>
          <p:cNvGrpSpPr/>
          <p:nvPr/>
        </p:nvGrpSpPr>
        <p:grpSpPr>
          <a:xfrm>
            <a:off x="330781" y="2685985"/>
            <a:ext cx="45085" cy="45085"/>
            <a:chOff x="330781" y="2685985"/>
            <a:chExt cx="45085" cy="45085"/>
          </a:xfrm>
        </p:grpSpPr>
        <p:sp>
          <p:nvSpPr>
            <p:cNvPr id="478" name="object 478" descr=""/>
            <p:cNvSpPr/>
            <p:nvPr/>
          </p:nvSpPr>
          <p:spPr>
            <a:xfrm>
              <a:off x="331924" y="268712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35" y="0"/>
                  </a:moveTo>
                  <a:lnTo>
                    <a:pt x="21335" y="21336"/>
                  </a:lnTo>
                  <a:lnTo>
                    <a:pt x="42672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5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352117" y="268598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0" name="object 480" descr=""/>
          <p:cNvGrpSpPr/>
          <p:nvPr/>
        </p:nvGrpSpPr>
        <p:grpSpPr>
          <a:xfrm>
            <a:off x="335353" y="2965639"/>
            <a:ext cx="36830" cy="87630"/>
            <a:chOff x="335353" y="2965639"/>
            <a:chExt cx="36830" cy="87630"/>
          </a:xfrm>
        </p:grpSpPr>
        <p:sp>
          <p:nvSpPr>
            <p:cNvPr id="481" name="object 481" descr=""/>
            <p:cNvSpPr/>
            <p:nvPr/>
          </p:nvSpPr>
          <p:spPr>
            <a:xfrm>
              <a:off x="336496" y="3009454"/>
              <a:ext cx="34290" cy="43180"/>
            </a:xfrm>
            <a:custGeom>
              <a:avLst/>
              <a:gdLst/>
              <a:ahLst/>
              <a:cxnLst/>
              <a:rect l="l" t="t" r="r" b="b"/>
              <a:pathLst>
                <a:path w="34289" h="43180">
                  <a:moveTo>
                    <a:pt x="16764" y="0"/>
                  </a:moveTo>
                  <a:lnTo>
                    <a:pt x="16764" y="21336"/>
                  </a:lnTo>
                  <a:lnTo>
                    <a:pt x="34290" y="32004"/>
                  </a:lnTo>
                  <a:lnTo>
                    <a:pt x="16764" y="42672"/>
                  </a:lnTo>
                  <a:lnTo>
                    <a:pt x="0" y="32004"/>
                  </a:lnTo>
                  <a:lnTo>
                    <a:pt x="16764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352117" y="30083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340306" y="2966782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5" h="21589">
                  <a:moveTo>
                    <a:pt x="0" y="21336"/>
                  </a:moveTo>
                  <a:lnTo>
                    <a:pt x="12954" y="0"/>
                  </a:lnTo>
                  <a:lnTo>
                    <a:pt x="2590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353260" y="2966782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80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352117" y="300831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86" name="object 48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6348" y="3760024"/>
            <a:ext cx="257556" cy="176784"/>
          </a:xfrm>
          <a:prstGeom prst="rect">
            <a:avLst/>
          </a:prstGeom>
        </p:spPr>
      </p:pic>
      <p:pic>
        <p:nvPicPr>
          <p:cNvPr id="487" name="object 48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5770" y="3802696"/>
            <a:ext cx="258317" cy="176784"/>
          </a:xfrm>
          <a:prstGeom prst="rect">
            <a:avLst/>
          </a:prstGeom>
        </p:spPr>
      </p:pic>
      <p:grpSp>
        <p:nvGrpSpPr>
          <p:cNvPr id="488" name="object 488" descr=""/>
          <p:cNvGrpSpPr/>
          <p:nvPr/>
        </p:nvGrpSpPr>
        <p:grpSpPr>
          <a:xfrm>
            <a:off x="339163" y="2384995"/>
            <a:ext cx="28575" cy="45085"/>
            <a:chOff x="339163" y="2384995"/>
            <a:chExt cx="28575" cy="45085"/>
          </a:xfrm>
        </p:grpSpPr>
        <p:sp>
          <p:nvSpPr>
            <p:cNvPr id="489" name="object 489" descr=""/>
            <p:cNvSpPr/>
            <p:nvPr/>
          </p:nvSpPr>
          <p:spPr>
            <a:xfrm>
              <a:off x="340306" y="2386138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5" h="21589">
                  <a:moveTo>
                    <a:pt x="0" y="21336"/>
                  </a:moveTo>
                  <a:lnTo>
                    <a:pt x="12954" y="0"/>
                  </a:lnTo>
                  <a:lnTo>
                    <a:pt x="2590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353260" y="2386138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80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352117" y="242766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92" name="object 49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76085" y="716977"/>
            <a:ext cx="172212" cy="121919"/>
          </a:xfrm>
          <a:prstGeom prst="rect">
            <a:avLst/>
          </a:prstGeom>
        </p:spPr>
      </p:pic>
      <p:grpSp>
        <p:nvGrpSpPr>
          <p:cNvPr id="493" name="object 493" descr=""/>
          <p:cNvGrpSpPr/>
          <p:nvPr/>
        </p:nvGrpSpPr>
        <p:grpSpPr>
          <a:xfrm>
            <a:off x="4588836" y="1395157"/>
            <a:ext cx="45085" cy="45720"/>
            <a:chOff x="4588836" y="1395157"/>
            <a:chExt cx="45085" cy="45720"/>
          </a:xfrm>
        </p:grpSpPr>
        <p:sp>
          <p:nvSpPr>
            <p:cNvPr id="494" name="object 494" descr=""/>
            <p:cNvSpPr/>
            <p:nvPr/>
          </p:nvSpPr>
          <p:spPr>
            <a:xfrm>
              <a:off x="4589979" y="1396300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5">
                  <a:moveTo>
                    <a:pt x="21336" y="0"/>
                  </a:moveTo>
                  <a:lnTo>
                    <a:pt x="21336" y="22098"/>
                  </a:lnTo>
                  <a:lnTo>
                    <a:pt x="42672" y="22098"/>
                  </a:lnTo>
                  <a:lnTo>
                    <a:pt x="21336" y="43434"/>
                  </a:lnTo>
                  <a:lnTo>
                    <a:pt x="0" y="22098"/>
                  </a:lnTo>
                  <a:lnTo>
                    <a:pt x="21336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4610172" y="139515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6" name="object 496" descr=""/>
          <p:cNvGrpSpPr/>
          <p:nvPr/>
        </p:nvGrpSpPr>
        <p:grpSpPr>
          <a:xfrm>
            <a:off x="2718127" y="1266379"/>
            <a:ext cx="45085" cy="45085"/>
            <a:chOff x="2718127" y="1266379"/>
            <a:chExt cx="45085" cy="45085"/>
          </a:xfrm>
        </p:grpSpPr>
        <p:sp>
          <p:nvSpPr>
            <p:cNvPr id="497" name="object 497" descr=""/>
            <p:cNvSpPr/>
            <p:nvPr/>
          </p:nvSpPr>
          <p:spPr>
            <a:xfrm>
              <a:off x="2719270" y="126752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2739463" y="1266379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9" name="object 499" descr=""/>
          <p:cNvGrpSpPr/>
          <p:nvPr/>
        </p:nvGrpSpPr>
        <p:grpSpPr>
          <a:xfrm>
            <a:off x="4722567" y="1064449"/>
            <a:ext cx="142875" cy="24130"/>
            <a:chOff x="4722567" y="1064449"/>
            <a:chExt cx="142875" cy="24130"/>
          </a:xfrm>
        </p:grpSpPr>
        <p:sp>
          <p:nvSpPr>
            <p:cNvPr id="500" name="object 500" descr=""/>
            <p:cNvSpPr/>
            <p:nvPr/>
          </p:nvSpPr>
          <p:spPr>
            <a:xfrm>
              <a:off x="4722567" y="106559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4728663" y="106559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4746951" y="1076260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20" h="10794">
                  <a:moveTo>
                    <a:pt x="7620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4742379" y="106559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7620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4763715" y="106559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4772859" y="1080832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4770573" y="106559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0" y="21336"/>
                  </a:moveTo>
                  <a:lnTo>
                    <a:pt x="7619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4792671" y="106559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4814007" y="106559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12191" y="762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762"/>
                  </a:lnTo>
                  <a:lnTo>
                    <a:pt x="1523" y="3048"/>
                  </a:lnTo>
                  <a:lnTo>
                    <a:pt x="761" y="4572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002"/>
                  </a:lnTo>
                  <a:lnTo>
                    <a:pt x="1523" y="18288"/>
                  </a:lnTo>
                  <a:lnTo>
                    <a:pt x="3809" y="20574"/>
                  </a:lnTo>
                  <a:lnTo>
                    <a:pt x="6857" y="21336"/>
                  </a:lnTo>
                  <a:lnTo>
                    <a:pt x="9143" y="21336"/>
                  </a:lnTo>
                  <a:lnTo>
                    <a:pt x="12191" y="20574"/>
                  </a:lnTo>
                  <a:lnTo>
                    <a:pt x="12953" y="19050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4836105" y="106559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90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4853631" y="107549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4853631" y="106559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90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10667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2" name="object 512" descr=""/>
          <p:cNvGrpSpPr/>
          <p:nvPr/>
        </p:nvGrpSpPr>
        <p:grpSpPr>
          <a:xfrm>
            <a:off x="4577026" y="1202752"/>
            <a:ext cx="68580" cy="129539"/>
            <a:chOff x="4577026" y="1202752"/>
            <a:chExt cx="68580" cy="129539"/>
          </a:xfrm>
        </p:grpSpPr>
        <p:sp>
          <p:nvSpPr>
            <p:cNvPr id="513" name="object 513" descr=""/>
            <p:cNvSpPr/>
            <p:nvPr/>
          </p:nvSpPr>
          <p:spPr>
            <a:xfrm>
              <a:off x="4577026" y="1254568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79" h="0">
                  <a:moveTo>
                    <a:pt x="0" y="0"/>
                  </a:moveTo>
                  <a:lnTo>
                    <a:pt x="6858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4577026" y="1280476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79" h="0">
                  <a:moveTo>
                    <a:pt x="0" y="0"/>
                  </a:moveTo>
                  <a:lnTo>
                    <a:pt x="68580" y="0"/>
                  </a:lnTo>
                </a:path>
              </a:pathLst>
            </a:custGeom>
            <a:ln w="838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4611316" y="1202752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472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4611316" y="1285048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0"/>
                  </a:moveTo>
                  <a:lnTo>
                    <a:pt x="0" y="47244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7" name="object 517" descr=""/>
          <p:cNvGrpSpPr/>
          <p:nvPr/>
        </p:nvGrpSpPr>
        <p:grpSpPr>
          <a:xfrm>
            <a:off x="647773" y="5310694"/>
            <a:ext cx="92710" cy="194945"/>
            <a:chOff x="647773" y="5310694"/>
            <a:chExt cx="92710" cy="194945"/>
          </a:xfrm>
        </p:grpSpPr>
        <p:pic>
          <p:nvPicPr>
            <p:cNvPr id="518" name="object 5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7773" y="5310694"/>
              <a:ext cx="92583" cy="128778"/>
            </a:xfrm>
            <a:prstGeom prst="rect">
              <a:avLst/>
            </a:prstGeom>
          </p:spPr>
        </p:pic>
        <p:sp>
          <p:nvSpPr>
            <p:cNvPr id="519" name="object 519" descr=""/>
            <p:cNvSpPr/>
            <p:nvPr/>
          </p:nvSpPr>
          <p:spPr>
            <a:xfrm>
              <a:off x="663394" y="5482906"/>
              <a:ext cx="25400" cy="21590"/>
            </a:xfrm>
            <a:custGeom>
              <a:avLst/>
              <a:gdLst/>
              <a:ahLst/>
              <a:cxnLst/>
              <a:rect l="l" t="t" r="r" b="b"/>
              <a:pathLst>
                <a:path w="25400" h="21589">
                  <a:moveTo>
                    <a:pt x="25146" y="0"/>
                  </a:moveTo>
                  <a:lnTo>
                    <a:pt x="0" y="0"/>
                  </a:lnTo>
                  <a:lnTo>
                    <a:pt x="12954" y="21335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663394" y="5460808"/>
              <a:ext cx="25400" cy="43815"/>
            </a:xfrm>
            <a:custGeom>
              <a:avLst/>
              <a:gdLst/>
              <a:ahLst/>
              <a:cxnLst/>
              <a:rect l="l" t="t" r="r" b="b"/>
              <a:pathLst>
                <a:path w="25400" h="43814">
                  <a:moveTo>
                    <a:pt x="12954" y="0"/>
                  </a:moveTo>
                  <a:lnTo>
                    <a:pt x="12954" y="22098"/>
                  </a:lnTo>
                  <a:lnTo>
                    <a:pt x="0" y="22098"/>
                  </a:lnTo>
                  <a:lnTo>
                    <a:pt x="12954" y="43434"/>
                  </a:lnTo>
                  <a:lnTo>
                    <a:pt x="25146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675205" y="545966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2" name="object 522" descr=""/>
          <p:cNvGrpSpPr/>
          <p:nvPr/>
        </p:nvGrpSpPr>
        <p:grpSpPr>
          <a:xfrm>
            <a:off x="741880" y="5085523"/>
            <a:ext cx="123189" cy="26034"/>
            <a:chOff x="741880" y="5085523"/>
            <a:chExt cx="123189" cy="26034"/>
          </a:xfrm>
        </p:grpSpPr>
        <p:sp>
          <p:nvSpPr>
            <p:cNvPr id="523" name="object 523" descr=""/>
            <p:cNvSpPr/>
            <p:nvPr/>
          </p:nvSpPr>
          <p:spPr>
            <a:xfrm>
              <a:off x="741880" y="508666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747976" y="508666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760168" y="508666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5334" y="0"/>
                  </a:moveTo>
                  <a:lnTo>
                    <a:pt x="14478" y="14478"/>
                  </a:lnTo>
                  <a:lnTo>
                    <a:pt x="13716" y="18288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8288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1524" y="3048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778456" y="511028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799030" y="50866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0574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1430" y="19812"/>
                  </a:lnTo>
                  <a:lnTo>
                    <a:pt x="12192" y="17526"/>
                  </a:lnTo>
                  <a:lnTo>
                    <a:pt x="12192" y="15240"/>
                  </a:lnTo>
                  <a:lnTo>
                    <a:pt x="10668" y="12192"/>
                  </a:lnTo>
                  <a:lnTo>
                    <a:pt x="8382" y="11430"/>
                  </a:lnTo>
                  <a:lnTo>
                    <a:pt x="4571" y="10668"/>
                  </a:lnTo>
                  <a:lnTo>
                    <a:pt x="2285" y="9144"/>
                  </a:lnTo>
                  <a:lnTo>
                    <a:pt x="1523" y="8382"/>
                  </a:lnTo>
                  <a:lnTo>
                    <a:pt x="0" y="6096"/>
                  </a:lnTo>
                  <a:lnTo>
                    <a:pt x="0" y="4572"/>
                  </a:lnTo>
                  <a:lnTo>
                    <a:pt x="1523" y="2286"/>
                  </a:lnTo>
                  <a:lnTo>
                    <a:pt x="2285" y="762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820366" y="508666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831034" y="50866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853894" y="509733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853894" y="5086666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2" name="object 532" descr=""/>
          <p:cNvGrpSpPr/>
          <p:nvPr/>
        </p:nvGrpSpPr>
        <p:grpSpPr>
          <a:xfrm>
            <a:off x="662251" y="5244781"/>
            <a:ext cx="27940" cy="45720"/>
            <a:chOff x="662251" y="5244781"/>
            <a:chExt cx="27940" cy="45720"/>
          </a:xfrm>
        </p:grpSpPr>
        <p:sp>
          <p:nvSpPr>
            <p:cNvPr id="533" name="object 533" descr=""/>
            <p:cNvSpPr/>
            <p:nvPr/>
          </p:nvSpPr>
          <p:spPr>
            <a:xfrm>
              <a:off x="663394" y="5245924"/>
              <a:ext cx="25400" cy="21590"/>
            </a:xfrm>
            <a:custGeom>
              <a:avLst/>
              <a:gdLst/>
              <a:ahLst/>
              <a:cxnLst/>
              <a:rect l="l" t="t" r="r" b="b"/>
              <a:pathLst>
                <a:path w="25400" h="21589">
                  <a:moveTo>
                    <a:pt x="0" y="21336"/>
                  </a:moveTo>
                  <a:lnTo>
                    <a:pt x="12954" y="0"/>
                  </a:lnTo>
                  <a:lnTo>
                    <a:pt x="2514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676348" y="5245924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675205" y="528821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3"/>
                  </a:lnTo>
                  <a:lnTo>
                    <a:pt x="1951" y="1951"/>
                  </a:lnTo>
                  <a:lnTo>
                    <a:pt x="1143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6" name="object 536" descr=""/>
          <p:cNvGrpSpPr/>
          <p:nvPr/>
        </p:nvGrpSpPr>
        <p:grpSpPr>
          <a:xfrm>
            <a:off x="805126" y="5355652"/>
            <a:ext cx="128905" cy="39370"/>
            <a:chOff x="805126" y="5355652"/>
            <a:chExt cx="128905" cy="39370"/>
          </a:xfrm>
        </p:grpSpPr>
        <p:sp>
          <p:nvSpPr>
            <p:cNvPr id="537" name="object 537" descr=""/>
            <p:cNvSpPr/>
            <p:nvPr/>
          </p:nvSpPr>
          <p:spPr>
            <a:xfrm>
              <a:off x="826462" y="535793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59" h="34289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805126" y="537470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2133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912568" y="537470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0" name="object 540" descr=""/>
          <p:cNvGrpSpPr/>
          <p:nvPr/>
        </p:nvGrpSpPr>
        <p:grpSpPr>
          <a:xfrm>
            <a:off x="976195" y="5653213"/>
            <a:ext cx="45085" cy="45720"/>
            <a:chOff x="976195" y="5653213"/>
            <a:chExt cx="45085" cy="45720"/>
          </a:xfrm>
        </p:grpSpPr>
        <p:sp>
          <p:nvSpPr>
            <p:cNvPr id="541" name="object 541" descr=""/>
            <p:cNvSpPr/>
            <p:nvPr/>
          </p:nvSpPr>
          <p:spPr>
            <a:xfrm>
              <a:off x="977338" y="5654356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21336" y="0"/>
                  </a:moveTo>
                  <a:lnTo>
                    <a:pt x="21336" y="22098"/>
                  </a:lnTo>
                  <a:lnTo>
                    <a:pt x="42672" y="22098"/>
                  </a:lnTo>
                  <a:lnTo>
                    <a:pt x="21336" y="43434"/>
                  </a:lnTo>
                  <a:lnTo>
                    <a:pt x="0" y="22098"/>
                  </a:lnTo>
                  <a:lnTo>
                    <a:pt x="21336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997531" y="5653213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3" name="object 543" descr=""/>
          <p:cNvGrpSpPr/>
          <p:nvPr/>
        </p:nvGrpSpPr>
        <p:grpSpPr>
          <a:xfrm>
            <a:off x="978862" y="5460808"/>
            <a:ext cx="39370" cy="129539"/>
            <a:chOff x="978862" y="5460808"/>
            <a:chExt cx="39370" cy="129539"/>
          </a:xfrm>
        </p:grpSpPr>
        <p:sp>
          <p:nvSpPr>
            <p:cNvPr id="544" name="object 544" descr=""/>
            <p:cNvSpPr/>
            <p:nvPr/>
          </p:nvSpPr>
          <p:spPr>
            <a:xfrm>
              <a:off x="981148" y="5482906"/>
              <a:ext cx="34290" cy="85725"/>
            </a:xfrm>
            <a:custGeom>
              <a:avLst/>
              <a:gdLst/>
              <a:ahLst/>
              <a:cxnLst/>
              <a:rect l="l" t="t" r="r" b="b"/>
              <a:pathLst>
                <a:path w="34290" h="85725">
                  <a:moveTo>
                    <a:pt x="0" y="0"/>
                  </a:moveTo>
                  <a:lnTo>
                    <a:pt x="0" y="85344"/>
                  </a:lnTo>
                  <a:lnTo>
                    <a:pt x="34290" y="85344"/>
                  </a:lnTo>
                  <a:lnTo>
                    <a:pt x="34290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998674" y="5460808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998674" y="5568250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0"/>
                  </a:moveTo>
                  <a:lnTo>
                    <a:pt x="0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7" name="object 547" descr=""/>
          <p:cNvGrpSpPr/>
          <p:nvPr/>
        </p:nvGrpSpPr>
        <p:grpSpPr>
          <a:xfrm>
            <a:off x="1104973" y="5653213"/>
            <a:ext cx="45085" cy="45720"/>
            <a:chOff x="1104973" y="5653213"/>
            <a:chExt cx="45085" cy="45720"/>
          </a:xfrm>
        </p:grpSpPr>
        <p:sp>
          <p:nvSpPr>
            <p:cNvPr id="548" name="object 548" descr=""/>
            <p:cNvSpPr/>
            <p:nvPr/>
          </p:nvSpPr>
          <p:spPr>
            <a:xfrm>
              <a:off x="1106116" y="5654356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21336" y="0"/>
                  </a:moveTo>
                  <a:lnTo>
                    <a:pt x="21336" y="22098"/>
                  </a:lnTo>
                  <a:lnTo>
                    <a:pt x="42672" y="22098"/>
                  </a:lnTo>
                  <a:lnTo>
                    <a:pt x="21336" y="43434"/>
                  </a:lnTo>
                  <a:lnTo>
                    <a:pt x="0" y="22098"/>
                  </a:lnTo>
                  <a:lnTo>
                    <a:pt x="21336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1126309" y="5653213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0" name="object 550" descr=""/>
          <p:cNvGrpSpPr/>
          <p:nvPr/>
        </p:nvGrpSpPr>
        <p:grpSpPr>
          <a:xfrm>
            <a:off x="1127452" y="5329744"/>
            <a:ext cx="277495" cy="346710"/>
            <a:chOff x="1127452" y="5329744"/>
            <a:chExt cx="277495" cy="346710"/>
          </a:xfrm>
        </p:grpSpPr>
        <p:sp>
          <p:nvSpPr>
            <p:cNvPr id="551" name="object 551" descr=""/>
            <p:cNvSpPr/>
            <p:nvPr/>
          </p:nvSpPr>
          <p:spPr>
            <a:xfrm>
              <a:off x="1368244" y="5568250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90" h="86360">
                  <a:moveTo>
                    <a:pt x="0" y="0"/>
                  </a:moveTo>
                  <a:lnTo>
                    <a:pt x="0" y="86105"/>
                  </a:lnTo>
                  <a:lnTo>
                    <a:pt x="34289" y="86105"/>
                  </a:lnTo>
                  <a:lnTo>
                    <a:pt x="34289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1385770" y="554691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1385770" y="565435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0"/>
                  </a:moveTo>
                  <a:lnTo>
                    <a:pt x="0" y="22097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4" name="object 55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27452" y="5329744"/>
              <a:ext cx="258318" cy="176784"/>
            </a:xfrm>
            <a:prstGeom prst="rect">
              <a:avLst/>
            </a:prstGeom>
          </p:spPr>
        </p:pic>
      </p:grpSp>
      <p:grpSp>
        <p:nvGrpSpPr>
          <p:cNvPr id="555" name="object 555" descr=""/>
          <p:cNvGrpSpPr/>
          <p:nvPr/>
        </p:nvGrpSpPr>
        <p:grpSpPr>
          <a:xfrm>
            <a:off x="1711905" y="4117783"/>
            <a:ext cx="123189" cy="26034"/>
            <a:chOff x="1711905" y="4117783"/>
            <a:chExt cx="123189" cy="26034"/>
          </a:xfrm>
        </p:grpSpPr>
        <p:sp>
          <p:nvSpPr>
            <p:cNvPr id="556" name="object 556" descr=""/>
            <p:cNvSpPr/>
            <p:nvPr/>
          </p:nvSpPr>
          <p:spPr>
            <a:xfrm>
              <a:off x="1711905" y="411892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1718001" y="411892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1730193" y="411892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5333" y="0"/>
                  </a:moveTo>
                  <a:lnTo>
                    <a:pt x="9143" y="0"/>
                  </a:lnTo>
                  <a:lnTo>
                    <a:pt x="13715" y="3047"/>
                  </a:lnTo>
                  <a:lnTo>
                    <a:pt x="14477" y="7620"/>
                  </a:lnTo>
                  <a:lnTo>
                    <a:pt x="14477" y="14478"/>
                  </a:lnTo>
                  <a:lnTo>
                    <a:pt x="13715" y="18288"/>
                  </a:lnTo>
                  <a:lnTo>
                    <a:pt x="11429" y="20574"/>
                  </a:lnTo>
                  <a:lnTo>
                    <a:pt x="9143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1523" y="18288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1523" y="3048"/>
                  </a:lnTo>
                  <a:lnTo>
                    <a:pt x="3047" y="1524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1748481" y="41425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1767404" y="411892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1650" y="20574"/>
                  </a:moveTo>
                  <a:lnTo>
                    <a:pt x="4698" y="21336"/>
                  </a:lnTo>
                  <a:lnTo>
                    <a:pt x="10032" y="21336"/>
                  </a:lnTo>
                  <a:lnTo>
                    <a:pt x="12318" y="20574"/>
                  </a:lnTo>
                  <a:lnTo>
                    <a:pt x="13080" y="19812"/>
                  </a:lnTo>
                  <a:lnTo>
                    <a:pt x="14604" y="17526"/>
                  </a:lnTo>
                  <a:lnTo>
                    <a:pt x="14604" y="15240"/>
                  </a:lnTo>
                  <a:lnTo>
                    <a:pt x="13080" y="13716"/>
                  </a:lnTo>
                  <a:lnTo>
                    <a:pt x="12318" y="12192"/>
                  </a:lnTo>
                  <a:lnTo>
                    <a:pt x="10032" y="11430"/>
                  </a:lnTo>
                  <a:lnTo>
                    <a:pt x="6222" y="10668"/>
                  </a:lnTo>
                  <a:lnTo>
                    <a:pt x="0" y="6946"/>
                  </a:lnTo>
                  <a:lnTo>
                    <a:pt x="0" y="3721"/>
                  </a:lnTo>
                  <a:lnTo>
                    <a:pt x="6222" y="0"/>
                  </a:lnTo>
                  <a:lnTo>
                    <a:pt x="10794" y="0"/>
                  </a:lnTo>
                  <a:lnTo>
                    <a:pt x="14604" y="152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1791153" y="411892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1801059" y="411892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1823919" y="412959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1823919" y="4118926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5" name="object 565" descr=""/>
          <p:cNvGrpSpPr/>
          <p:nvPr/>
        </p:nvGrpSpPr>
        <p:grpSpPr>
          <a:xfrm>
            <a:off x="3479365" y="4943791"/>
            <a:ext cx="28575" cy="45085"/>
            <a:chOff x="3479365" y="4943791"/>
            <a:chExt cx="28575" cy="45085"/>
          </a:xfrm>
        </p:grpSpPr>
        <p:sp>
          <p:nvSpPr>
            <p:cNvPr id="566" name="object 566" descr=""/>
            <p:cNvSpPr/>
            <p:nvPr/>
          </p:nvSpPr>
          <p:spPr>
            <a:xfrm>
              <a:off x="3480508" y="4966270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5" h="21589">
                  <a:moveTo>
                    <a:pt x="25907" y="0"/>
                  </a:moveTo>
                  <a:lnTo>
                    <a:pt x="0" y="0"/>
                  </a:lnTo>
                  <a:lnTo>
                    <a:pt x="12953" y="21335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3480508" y="4944934"/>
              <a:ext cx="26034" cy="43180"/>
            </a:xfrm>
            <a:custGeom>
              <a:avLst/>
              <a:gdLst/>
              <a:ahLst/>
              <a:cxnLst/>
              <a:rect l="l" t="t" r="r" b="b"/>
              <a:pathLst>
                <a:path w="26035" h="43179">
                  <a:moveTo>
                    <a:pt x="12953" y="0"/>
                  </a:moveTo>
                  <a:lnTo>
                    <a:pt x="12953" y="21336"/>
                  </a:lnTo>
                  <a:lnTo>
                    <a:pt x="0" y="21336"/>
                  </a:lnTo>
                  <a:lnTo>
                    <a:pt x="12953" y="42672"/>
                  </a:lnTo>
                  <a:lnTo>
                    <a:pt x="25907" y="21336"/>
                  </a:lnTo>
                  <a:lnTo>
                    <a:pt x="12953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3492319" y="494379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69" name="object 56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00903" y="4895023"/>
            <a:ext cx="128778" cy="92582"/>
          </a:xfrm>
          <a:prstGeom prst="rect">
            <a:avLst/>
          </a:prstGeom>
        </p:spPr>
      </p:pic>
      <p:grpSp>
        <p:nvGrpSpPr>
          <p:cNvPr id="570" name="object 570" descr=""/>
          <p:cNvGrpSpPr/>
          <p:nvPr/>
        </p:nvGrpSpPr>
        <p:grpSpPr>
          <a:xfrm>
            <a:off x="3428691" y="5613970"/>
            <a:ext cx="128905" cy="39370"/>
            <a:chOff x="3428691" y="5613970"/>
            <a:chExt cx="128905" cy="39370"/>
          </a:xfrm>
        </p:grpSpPr>
        <p:sp>
          <p:nvSpPr>
            <p:cNvPr id="571" name="object 571" descr=""/>
            <p:cNvSpPr/>
            <p:nvPr/>
          </p:nvSpPr>
          <p:spPr>
            <a:xfrm>
              <a:off x="3450027" y="5616256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3428691" y="5633020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 descr=""/>
            <p:cNvSpPr/>
            <p:nvPr/>
          </p:nvSpPr>
          <p:spPr>
            <a:xfrm>
              <a:off x="3536133" y="5633020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4" name="object 574" descr=""/>
          <p:cNvGrpSpPr/>
          <p:nvPr/>
        </p:nvGrpSpPr>
        <p:grpSpPr>
          <a:xfrm>
            <a:off x="3428691" y="5355652"/>
            <a:ext cx="128905" cy="39370"/>
            <a:chOff x="3428691" y="5355652"/>
            <a:chExt cx="128905" cy="39370"/>
          </a:xfrm>
        </p:grpSpPr>
        <p:sp>
          <p:nvSpPr>
            <p:cNvPr id="575" name="object 575" descr=""/>
            <p:cNvSpPr/>
            <p:nvPr/>
          </p:nvSpPr>
          <p:spPr>
            <a:xfrm>
              <a:off x="3450027" y="535793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3428691" y="537470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 descr=""/>
            <p:cNvSpPr/>
            <p:nvPr/>
          </p:nvSpPr>
          <p:spPr>
            <a:xfrm>
              <a:off x="3536133" y="537470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8" name="object 578" descr=""/>
          <p:cNvGrpSpPr/>
          <p:nvPr/>
        </p:nvGrpSpPr>
        <p:grpSpPr>
          <a:xfrm>
            <a:off x="3090745" y="4075111"/>
            <a:ext cx="139065" cy="26034"/>
            <a:chOff x="3090745" y="4075111"/>
            <a:chExt cx="139065" cy="26034"/>
          </a:xfrm>
        </p:grpSpPr>
        <p:sp>
          <p:nvSpPr>
            <p:cNvPr id="579" name="object 579" descr=""/>
            <p:cNvSpPr/>
            <p:nvPr/>
          </p:nvSpPr>
          <p:spPr>
            <a:xfrm>
              <a:off x="3091888" y="407625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3102556" y="4076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3124654" y="407625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3132274" y="40762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 descr=""/>
            <p:cNvSpPr/>
            <p:nvPr/>
          </p:nvSpPr>
          <p:spPr>
            <a:xfrm>
              <a:off x="3138370" y="407625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3146752" y="409987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3168088" y="4076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3187138" y="4076254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4" h="21589">
                  <a:moveTo>
                    <a:pt x="0" y="0"/>
                  </a:moveTo>
                  <a:lnTo>
                    <a:pt x="5334" y="21336"/>
                  </a:lnTo>
                  <a:lnTo>
                    <a:pt x="9144" y="6095"/>
                  </a:lnTo>
                  <a:lnTo>
                    <a:pt x="13716" y="21336"/>
                  </a:lnTo>
                  <a:lnTo>
                    <a:pt x="1828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3213808" y="407625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6"/>
                  </a:moveTo>
                  <a:lnTo>
                    <a:pt x="0" y="0"/>
                  </a:lnTo>
                  <a:lnTo>
                    <a:pt x="7620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8" name="object 588" descr=""/>
          <p:cNvGrpSpPr/>
          <p:nvPr/>
        </p:nvGrpSpPr>
        <p:grpSpPr>
          <a:xfrm>
            <a:off x="3117414" y="3816793"/>
            <a:ext cx="112395" cy="26034"/>
            <a:chOff x="3117414" y="3816793"/>
            <a:chExt cx="112395" cy="26034"/>
          </a:xfrm>
        </p:grpSpPr>
        <p:sp>
          <p:nvSpPr>
            <p:cNvPr id="589" name="object 589" descr=""/>
            <p:cNvSpPr/>
            <p:nvPr/>
          </p:nvSpPr>
          <p:spPr>
            <a:xfrm>
              <a:off x="3118557" y="381793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1"/>
                  </a:lnTo>
                  <a:lnTo>
                    <a:pt x="12191" y="3809"/>
                  </a:lnTo>
                  <a:lnTo>
                    <a:pt x="12191" y="6857"/>
                  </a:lnTo>
                  <a:lnTo>
                    <a:pt x="11429" y="9143"/>
                  </a:lnTo>
                  <a:lnTo>
                    <a:pt x="10668" y="9905"/>
                  </a:lnTo>
                  <a:lnTo>
                    <a:pt x="8382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3138369" y="3817936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4" h="21589">
                  <a:moveTo>
                    <a:pt x="0" y="0"/>
                  </a:moveTo>
                  <a:lnTo>
                    <a:pt x="4572" y="21335"/>
                  </a:lnTo>
                  <a:lnTo>
                    <a:pt x="9144" y="6095"/>
                  </a:lnTo>
                  <a:lnTo>
                    <a:pt x="12954" y="21335"/>
                  </a:lnTo>
                  <a:lnTo>
                    <a:pt x="1828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 descr=""/>
            <p:cNvSpPr/>
            <p:nvPr/>
          </p:nvSpPr>
          <p:spPr>
            <a:xfrm>
              <a:off x="3165039" y="381793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5"/>
                  </a:moveTo>
                  <a:lnTo>
                    <a:pt x="0" y="0"/>
                  </a:lnTo>
                  <a:lnTo>
                    <a:pt x="6858" y="15239"/>
                  </a:lnTo>
                  <a:lnTo>
                    <a:pt x="14478" y="0"/>
                  </a:lnTo>
                  <a:lnTo>
                    <a:pt x="14478" y="21335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3184089" y="384155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3205425" y="381793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3216093" y="381793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12192" y="21335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5" name="object 595" descr=""/>
          <p:cNvGrpSpPr/>
          <p:nvPr/>
        </p:nvGrpSpPr>
        <p:grpSpPr>
          <a:xfrm>
            <a:off x="3363922" y="4086922"/>
            <a:ext cx="129539" cy="39370"/>
            <a:chOff x="3363922" y="4086922"/>
            <a:chExt cx="129539" cy="39370"/>
          </a:xfrm>
        </p:grpSpPr>
        <p:sp>
          <p:nvSpPr>
            <p:cNvPr id="596" name="object 596" descr=""/>
            <p:cNvSpPr/>
            <p:nvPr/>
          </p:nvSpPr>
          <p:spPr>
            <a:xfrm>
              <a:off x="3386020" y="4089208"/>
              <a:ext cx="85725" cy="34290"/>
            </a:xfrm>
            <a:custGeom>
              <a:avLst/>
              <a:gdLst/>
              <a:ahLst/>
              <a:cxnLst/>
              <a:rect l="l" t="t" r="r" b="b"/>
              <a:pathLst>
                <a:path w="85725" h="34289">
                  <a:moveTo>
                    <a:pt x="85344" y="0"/>
                  </a:moveTo>
                  <a:lnTo>
                    <a:pt x="85344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5344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 descr=""/>
            <p:cNvSpPr/>
            <p:nvPr/>
          </p:nvSpPr>
          <p:spPr>
            <a:xfrm>
              <a:off x="3363922" y="4105972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2209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 descr=""/>
            <p:cNvSpPr/>
            <p:nvPr/>
          </p:nvSpPr>
          <p:spPr>
            <a:xfrm>
              <a:off x="3471364" y="4105972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9" name="object 599" descr=""/>
          <p:cNvGrpSpPr/>
          <p:nvPr/>
        </p:nvGrpSpPr>
        <p:grpSpPr>
          <a:xfrm>
            <a:off x="3168088" y="5601397"/>
            <a:ext cx="127000" cy="24765"/>
            <a:chOff x="3168088" y="5601397"/>
            <a:chExt cx="127000" cy="24765"/>
          </a:xfrm>
        </p:grpSpPr>
        <p:sp>
          <p:nvSpPr>
            <p:cNvPr id="600" name="object 600" descr=""/>
            <p:cNvSpPr/>
            <p:nvPr/>
          </p:nvSpPr>
          <p:spPr>
            <a:xfrm>
              <a:off x="3168088" y="560254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3174184" y="5602540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3192472" y="5613970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7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3187138" y="560254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1429" y="9906"/>
                  </a:lnTo>
                  <a:lnTo>
                    <a:pt x="10668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3208474" y="5602540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3218380" y="5602540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192" y="1524"/>
                  </a:moveTo>
                  <a:lnTo>
                    <a:pt x="9906" y="0"/>
                  </a:lnTo>
                  <a:lnTo>
                    <a:pt x="6858" y="0"/>
                  </a:lnTo>
                  <a:lnTo>
                    <a:pt x="3810" y="1524"/>
                  </a:lnTo>
                  <a:lnTo>
                    <a:pt x="1524" y="3810"/>
                  </a:lnTo>
                  <a:lnTo>
                    <a:pt x="762" y="5334"/>
                  </a:lnTo>
                  <a:lnTo>
                    <a:pt x="0" y="9906"/>
                  </a:lnTo>
                  <a:lnTo>
                    <a:pt x="0" y="12954"/>
                  </a:lnTo>
                  <a:lnTo>
                    <a:pt x="762" y="16764"/>
                  </a:lnTo>
                  <a:lnTo>
                    <a:pt x="1524" y="19050"/>
                  </a:lnTo>
                  <a:lnTo>
                    <a:pt x="3810" y="20574"/>
                  </a:lnTo>
                  <a:lnTo>
                    <a:pt x="6858" y="22098"/>
                  </a:lnTo>
                  <a:lnTo>
                    <a:pt x="9144" y="22098"/>
                  </a:lnTo>
                  <a:lnTo>
                    <a:pt x="12192" y="20574"/>
                  </a:lnTo>
                  <a:lnTo>
                    <a:pt x="12954" y="19812"/>
                  </a:lnTo>
                  <a:lnTo>
                    <a:pt x="12954" y="12954"/>
                  </a:lnTo>
                  <a:lnTo>
                    <a:pt x="9144" y="1295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3239716" y="5602540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192" y="1524"/>
                  </a:moveTo>
                  <a:lnTo>
                    <a:pt x="9906" y="0"/>
                  </a:lnTo>
                  <a:lnTo>
                    <a:pt x="6858" y="0"/>
                  </a:lnTo>
                  <a:lnTo>
                    <a:pt x="3810" y="1524"/>
                  </a:lnTo>
                  <a:lnTo>
                    <a:pt x="1524" y="3810"/>
                  </a:lnTo>
                  <a:lnTo>
                    <a:pt x="762" y="5334"/>
                  </a:lnTo>
                  <a:lnTo>
                    <a:pt x="0" y="9906"/>
                  </a:lnTo>
                  <a:lnTo>
                    <a:pt x="0" y="12954"/>
                  </a:lnTo>
                  <a:lnTo>
                    <a:pt x="762" y="16764"/>
                  </a:lnTo>
                  <a:lnTo>
                    <a:pt x="1524" y="19050"/>
                  </a:lnTo>
                  <a:lnTo>
                    <a:pt x="3810" y="20574"/>
                  </a:lnTo>
                  <a:lnTo>
                    <a:pt x="6858" y="22098"/>
                  </a:lnTo>
                  <a:lnTo>
                    <a:pt x="9144" y="22098"/>
                  </a:lnTo>
                  <a:lnTo>
                    <a:pt x="12192" y="20574"/>
                  </a:lnTo>
                  <a:lnTo>
                    <a:pt x="12954" y="19812"/>
                  </a:lnTo>
                  <a:lnTo>
                    <a:pt x="12954" y="12954"/>
                  </a:lnTo>
                  <a:lnTo>
                    <a:pt x="9144" y="1295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3261814" y="561320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 descr=""/>
            <p:cNvSpPr/>
            <p:nvPr/>
          </p:nvSpPr>
          <p:spPr>
            <a:xfrm>
              <a:off x="3261814" y="5602540"/>
              <a:ext cx="10795" cy="22225"/>
            </a:xfrm>
            <a:custGeom>
              <a:avLst/>
              <a:gdLst/>
              <a:ahLst/>
              <a:cxnLst/>
              <a:rect l="l" t="t" r="r" b="b"/>
              <a:pathLst>
                <a:path w="10795" h="22225">
                  <a:moveTo>
                    <a:pt x="10667" y="22098"/>
                  </a:moveTo>
                  <a:lnTo>
                    <a:pt x="0" y="22098"/>
                  </a:lnTo>
                  <a:lnTo>
                    <a:pt x="0" y="0"/>
                  </a:lnTo>
                  <a:lnTo>
                    <a:pt x="10667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 descr=""/>
            <p:cNvSpPr/>
            <p:nvPr/>
          </p:nvSpPr>
          <p:spPr>
            <a:xfrm>
              <a:off x="3286960" y="5613970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8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3281626" y="560254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1429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1" name="object 611" descr=""/>
          <p:cNvGrpSpPr/>
          <p:nvPr/>
        </p:nvGrpSpPr>
        <p:grpSpPr>
          <a:xfrm>
            <a:off x="3285816" y="5395657"/>
            <a:ext cx="28575" cy="45085"/>
            <a:chOff x="3285816" y="5395657"/>
            <a:chExt cx="28575" cy="45085"/>
          </a:xfrm>
        </p:grpSpPr>
        <p:sp>
          <p:nvSpPr>
            <p:cNvPr id="612" name="object 612" descr=""/>
            <p:cNvSpPr/>
            <p:nvPr/>
          </p:nvSpPr>
          <p:spPr>
            <a:xfrm>
              <a:off x="3286959" y="5418136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5" h="21589">
                  <a:moveTo>
                    <a:pt x="25907" y="0"/>
                  </a:moveTo>
                  <a:lnTo>
                    <a:pt x="0" y="0"/>
                  </a:lnTo>
                  <a:lnTo>
                    <a:pt x="12953" y="21335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 descr=""/>
            <p:cNvSpPr/>
            <p:nvPr/>
          </p:nvSpPr>
          <p:spPr>
            <a:xfrm>
              <a:off x="3286959" y="5396800"/>
              <a:ext cx="26034" cy="43180"/>
            </a:xfrm>
            <a:custGeom>
              <a:avLst/>
              <a:gdLst/>
              <a:ahLst/>
              <a:cxnLst/>
              <a:rect l="l" t="t" r="r" b="b"/>
              <a:pathLst>
                <a:path w="26035" h="43179">
                  <a:moveTo>
                    <a:pt x="12953" y="0"/>
                  </a:moveTo>
                  <a:lnTo>
                    <a:pt x="12953" y="21336"/>
                  </a:lnTo>
                  <a:lnTo>
                    <a:pt x="0" y="21336"/>
                  </a:lnTo>
                  <a:lnTo>
                    <a:pt x="12953" y="42672"/>
                  </a:lnTo>
                  <a:lnTo>
                    <a:pt x="25907" y="21336"/>
                  </a:lnTo>
                  <a:lnTo>
                    <a:pt x="12953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3298770" y="539565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5" name="object 615" descr=""/>
          <p:cNvGrpSpPr/>
          <p:nvPr/>
        </p:nvGrpSpPr>
        <p:grpSpPr>
          <a:xfrm>
            <a:off x="1365957" y="4235512"/>
            <a:ext cx="39370" cy="128905"/>
            <a:chOff x="1365957" y="4235512"/>
            <a:chExt cx="39370" cy="128905"/>
          </a:xfrm>
        </p:grpSpPr>
        <p:sp>
          <p:nvSpPr>
            <p:cNvPr id="616" name="object 616" descr=""/>
            <p:cNvSpPr/>
            <p:nvPr/>
          </p:nvSpPr>
          <p:spPr>
            <a:xfrm>
              <a:off x="1368243" y="4256848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90" h="86360">
                  <a:moveTo>
                    <a:pt x="0" y="0"/>
                  </a:moveTo>
                  <a:lnTo>
                    <a:pt x="0" y="86105"/>
                  </a:lnTo>
                  <a:lnTo>
                    <a:pt x="34289" y="86105"/>
                  </a:lnTo>
                  <a:lnTo>
                    <a:pt x="34289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1385769" y="423551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 descr=""/>
            <p:cNvSpPr/>
            <p:nvPr/>
          </p:nvSpPr>
          <p:spPr>
            <a:xfrm>
              <a:off x="1385769" y="434295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5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9" name="object 619" descr=""/>
          <p:cNvGrpSpPr/>
          <p:nvPr/>
        </p:nvGrpSpPr>
        <p:grpSpPr>
          <a:xfrm>
            <a:off x="1363291" y="4427917"/>
            <a:ext cx="45085" cy="45085"/>
            <a:chOff x="1363291" y="4427917"/>
            <a:chExt cx="45085" cy="45085"/>
          </a:xfrm>
        </p:grpSpPr>
        <p:sp>
          <p:nvSpPr>
            <p:cNvPr id="620" name="object 620" descr=""/>
            <p:cNvSpPr/>
            <p:nvPr/>
          </p:nvSpPr>
          <p:spPr>
            <a:xfrm>
              <a:off x="1364434" y="4429060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 descr=""/>
            <p:cNvSpPr/>
            <p:nvPr/>
          </p:nvSpPr>
          <p:spPr>
            <a:xfrm>
              <a:off x="1384627" y="442791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3"/>
                  </a:lnTo>
                  <a:lnTo>
                    <a:pt x="1951" y="1951"/>
                  </a:lnTo>
                  <a:lnTo>
                    <a:pt x="1143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2" name="object 622" descr=""/>
          <p:cNvGrpSpPr/>
          <p:nvPr/>
        </p:nvGrpSpPr>
        <p:grpSpPr>
          <a:xfrm>
            <a:off x="1970224" y="3859465"/>
            <a:ext cx="220979" cy="26670"/>
            <a:chOff x="1970224" y="3859465"/>
            <a:chExt cx="220979" cy="26670"/>
          </a:xfrm>
        </p:grpSpPr>
        <p:sp>
          <p:nvSpPr>
            <p:cNvPr id="623" name="object 623" descr=""/>
            <p:cNvSpPr/>
            <p:nvPr/>
          </p:nvSpPr>
          <p:spPr>
            <a:xfrm>
              <a:off x="1970224" y="386060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 descr=""/>
            <p:cNvSpPr/>
            <p:nvPr/>
          </p:nvSpPr>
          <p:spPr>
            <a:xfrm>
              <a:off x="1976320" y="3860608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 descr=""/>
            <p:cNvSpPr/>
            <p:nvPr/>
          </p:nvSpPr>
          <p:spPr>
            <a:xfrm>
              <a:off x="1994608" y="3872038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7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 descr=""/>
            <p:cNvSpPr/>
            <p:nvPr/>
          </p:nvSpPr>
          <p:spPr>
            <a:xfrm>
              <a:off x="1989274" y="3860608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1429" y="9906"/>
                  </a:lnTo>
                  <a:lnTo>
                    <a:pt x="10668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 descr=""/>
            <p:cNvSpPr/>
            <p:nvPr/>
          </p:nvSpPr>
          <p:spPr>
            <a:xfrm>
              <a:off x="2011372" y="3860608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 descr=""/>
            <p:cNvSpPr/>
            <p:nvPr/>
          </p:nvSpPr>
          <p:spPr>
            <a:xfrm>
              <a:off x="2020516" y="3876610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 descr=""/>
            <p:cNvSpPr/>
            <p:nvPr/>
          </p:nvSpPr>
          <p:spPr>
            <a:xfrm>
              <a:off x="2018230" y="3860608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22098"/>
                  </a:moveTo>
                  <a:lnTo>
                    <a:pt x="6857" y="0"/>
                  </a:lnTo>
                  <a:lnTo>
                    <a:pt x="14478" y="22098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 descr=""/>
            <p:cNvSpPr/>
            <p:nvPr/>
          </p:nvSpPr>
          <p:spPr>
            <a:xfrm>
              <a:off x="2039566" y="3860608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12192" y="22098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 descr=""/>
            <p:cNvSpPr/>
            <p:nvPr/>
          </p:nvSpPr>
          <p:spPr>
            <a:xfrm>
              <a:off x="2060902" y="3860608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2954" y="1524"/>
                  </a:moveTo>
                  <a:lnTo>
                    <a:pt x="10668" y="0"/>
                  </a:lnTo>
                  <a:lnTo>
                    <a:pt x="7620" y="0"/>
                  </a:lnTo>
                  <a:lnTo>
                    <a:pt x="4572" y="1524"/>
                  </a:lnTo>
                  <a:lnTo>
                    <a:pt x="2286" y="3810"/>
                  </a:lnTo>
                  <a:lnTo>
                    <a:pt x="1524" y="5334"/>
                  </a:lnTo>
                  <a:lnTo>
                    <a:pt x="0" y="9906"/>
                  </a:lnTo>
                  <a:lnTo>
                    <a:pt x="0" y="12954"/>
                  </a:lnTo>
                  <a:lnTo>
                    <a:pt x="1524" y="16764"/>
                  </a:lnTo>
                  <a:lnTo>
                    <a:pt x="2286" y="19050"/>
                  </a:lnTo>
                  <a:lnTo>
                    <a:pt x="4572" y="20574"/>
                  </a:lnTo>
                  <a:lnTo>
                    <a:pt x="7620" y="22098"/>
                  </a:lnTo>
                  <a:lnTo>
                    <a:pt x="9144" y="22098"/>
                  </a:lnTo>
                  <a:lnTo>
                    <a:pt x="12954" y="20574"/>
                  </a:lnTo>
                  <a:lnTo>
                    <a:pt x="13716" y="19812"/>
                  </a:lnTo>
                  <a:lnTo>
                    <a:pt x="13716" y="12954"/>
                  </a:lnTo>
                  <a:lnTo>
                    <a:pt x="9144" y="12954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 descr=""/>
            <p:cNvSpPr/>
            <p:nvPr/>
          </p:nvSpPr>
          <p:spPr>
            <a:xfrm>
              <a:off x="2083762" y="3860608"/>
              <a:ext cx="10160" cy="22225"/>
            </a:xfrm>
            <a:custGeom>
              <a:avLst/>
              <a:gdLst/>
              <a:ahLst/>
              <a:cxnLst/>
              <a:rect l="l" t="t" r="r" b="b"/>
              <a:pathLst>
                <a:path w="10160" h="22225">
                  <a:moveTo>
                    <a:pt x="9906" y="22098"/>
                  </a:moveTo>
                  <a:lnTo>
                    <a:pt x="0" y="2209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 descr=""/>
            <p:cNvSpPr/>
            <p:nvPr/>
          </p:nvSpPr>
          <p:spPr>
            <a:xfrm>
              <a:off x="2101288" y="387127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 descr=""/>
            <p:cNvSpPr/>
            <p:nvPr/>
          </p:nvSpPr>
          <p:spPr>
            <a:xfrm>
              <a:off x="2101288" y="3860608"/>
              <a:ext cx="10160" cy="22225"/>
            </a:xfrm>
            <a:custGeom>
              <a:avLst/>
              <a:gdLst/>
              <a:ahLst/>
              <a:cxnLst/>
              <a:rect l="l" t="t" r="r" b="b"/>
              <a:pathLst>
                <a:path w="10160" h="22225">
                  <a:moveTo>
                    <a:pt x="9906" y="22098"/>
                  </a:moveTo>
                  <a:lnTo>
                    <a:pt x="0" y="22098"/>
                  </a:lnTo>
                  <a:lnTo>
                    <a:pt x="0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 descr=""/>
            <p:cNvSpPr/>
            <p:nvPr/>
          </p:nvSpPr>
          <p:spPr>
            <a:xfrm>
              <a:off x="2115766" y="388423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 descr=""/>
            <p:cNvSpPr/>
            <p:nvPr/>
          </p:nvSpPr>
          <p:spPr>
            <a:xfrm>
              <a:off x="2135578" y="3860608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5333" y="0"/>
                  </a:moveTo>
                  <a:lnTo>
                    <a:pt x="9905" y="0"/>
                  </a:lnTo>
                  <a:lnTo>
                    <a:pt x="13715" y="3809"/>
                  </a:lnTo>
                  <a:lnTo>
                    <a:pt x="14477" y="7620"/>
                  </a:lnTo>
                  <a:lnTo>
                    <a:pt x="14477" y="14478"/>
                  </a:lnTo>
                  <a:lnTo>
                    <a:pt x="13715" y="19050"/>
                  </a:lnTo>
                  <a:lnTo>
                    <a:pt x="11429" y="20574"/>
                  </a:lnTo>
                  <a:lnTo>
                    <a:pt x="9905" y="22098"/>
                  </a:lnTo>
                  <a:lnTo>
                    <a:pt x="5333" y="22098"/>
                  </a:lnTo>
                  <a:lnTo>
                    <a:pt x="3809" y="20574"/>
                  </a:lnTo>
                  <a:lnTo>
                    <a:pt x="1523" y="19050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1523" y="3810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 descr=""/>
            <p:cNvSpPr/>
            <p:nvPr/>
          </p:nvSpPr>
          <p:spPr>
            <a:xfrm>
              <a:off x="2159200" y="3860608"/>
              <a:ext cx="13335" cy="24130"/>
            </a:xfrm>
            <a:custGeom>
              <a:avLst/>
              <a:gdLst/>
              <a:ahLst/>
              <a:cxnLst/>
              <a:rect l="l" t="t" r="r" b="b"/>
              <a:pathLst>
                <a:path w="13335" h="24129">
                  <a:moveTo>
                    <a:pt x="0" y="0"/>
                  </a:moveTo>
                  <a:lnTo>
                    <a:pt x="0" y="17526"/>
                  </a:lnTo>
                  <a:lnTo>
                    <a:pt x="3073" y="23939"/>
                  </a:lnTo>
                  <a:lnTo>
                    <a:pt x="9880" y="23939"/>
                  </a:lnTo>
                  <a:lnTo>
                    <a:pt x="12954" y="17526"/>
                  </a:lnTo>
                  <a:lnTo>
                    <a:pt x="1295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 descr=""/>
            <p:cNvSpPr/>
            <p:nvPr/>
          </p:nvSpPr>
          <p:spPr>
            <a:xfrm>
              <a:off x="2179012" y="386060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 descr=""/>
            <p:cNvSpPr/>
            <p:nvPr/>
          </p:nvSpPr>
          <p:spPr>
            <a:xfrm>
              <a:off x="2185108" y="3860608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0" name="object 640" descr=""/>
          <p:cNvGrpSpPr/>
          <p:nvPr/>
        </p:nvGrpSpPr>
        <p:grpSpPr>
          <a:xfrm>
            <a:off x="1879164" y="3955858"/>
            <a:ext cx="45085" cy="216535"/>
            <a:chOff x="1879164" y="3955858"/>
            <a:chExt cx="45085" cy="216535"/>
          </a:xfrm>
        </p:grpSpPr>
        <p:sp>
          <p:nvSpPr>
            <p:cNvPr id="641" name="object 641" descr=""/>
            <p:cNvSpPr/>
            <p:nvPr/>
          </p:nvSpPr>
          <p:spPr>
            <a:xfrm>
              <a:off x="1884879" y="3977194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89" h="86360">
                  <a:moveTo>
                    <a:pt x="0" y="0"/>
                  </a:moveTo>
                  <a:lnTo>
                    <a:pt x="0" y="86105"/>
                  </a:lnTo>
                  <a:lnTo>
                    <a:pt x="34289" y="86105"/>
                  </a:lnTo>
                  <a:lnTo>
                    <a:pt x="34289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 descr=""/>
            <p:cNvSpPr/>
            <p:nvPr/>
          </p:nvSpPr>
          <p:spPr>
            <a:xfrm>
              <a:off x="1901643" y="395585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 descr=""/>
            <p:cNvSpPr/>
            <p:nvPr/>
          </p:nvSpPr>
          <p:spPr>
            <a:xfrm>
              <a:off x="1901643" y="406330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1880307" y="4128070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 descr=""/>
            <p:cNvSpPr/>
            <p:nvPr/>
          </p:nvSpPr>
          <p:spPr>
            <a:xfrm>
              <a:off x="1900500" y="412692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3"/>
                  </a:lnTo>
                  <a:lnTo>
                    <a:pt x="1951" y="1951"/>
                  </a:lnTo>
                  <a:lnTo>
                    <a:pt x="1143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6" name="object 646" descr=""/>
          <p:cNvGrpSpPr/>
          <p:nvPr/>
        </p:nvGrpSpPr>
        <p:grpSpPr>
          <a:xfrm>
            <a:off x="1450540" y="4129594"/>
            <a:ext cx="128905" cy="39370"/>
            <a:chOff x="1450540" y="4129594"/>
            <a:chExt cx="128905" cy="39370"/>
          </a:xfrm>
        </p:grpSpPr>
        <p:sp>
          <p:nvSpPr>
            <p:cNvPr id="647" name="object 647" descr=""/>
            <p:cNvSpPr/>
            <p:nvPr/>
          </p:nvSpPr>
          <p:spPr>
            <a:xfrm>
              <a:off x="1471876" y="4131880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59" h="34289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 descr=""/>
            <p:cNvSpPr/>
            <p:nvPr/>
          </p:nvSpPr>
          <p:spPr>
            <a:xfrm>
              <a:off x="1450540" y="414940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 descr=""/>
            <p:cNvSpPr/>
            <p:nvPr/>
          </p:nvSpPr>
          <p:spPr>
            <a:xfrm>
              <a:off x="1557982" y="414940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0" name="object 650" descr=""/>
          <p:cNvGrpSpPr/>
          <p:nvPr/>
        </p:nvGrpSpPr>
        <p:grpSpPr>
          <a:xfrm>
            <a:off x="1192221" y="4129594"/>
            <a:ext cx="128905" cy="39370"/>
            <a:chOff x="1192221" y="4129594"/>
            <a:chExt cx="128905" cy="39370"/>
          </a:xfrm>
        </p:grpSpPr>
        <p:sp>
          <p:nvSpPr>
            <p:cNvPr id="651" name="object 651" descr=""/>
            <p:cNvSpPr/>
            <p:nvPr/>
          </p:nvSpPr>
          <p:spPr>
            <a:xfrm>
              <a:off x="1213557" y="4131880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59" h="34289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 descr=""/>
            <p:cNvSpPr/>
            <p:nvPr/>
          </p:nvSpPr>
          <p:spPr>
            <a:xfrm>
              <a:off x="1192221" y="414940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1299663" y="414940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4" name="object 654" descr=""/>
          <p:cNvGrpSpPr/>
          <p:nvPr/>
        </p:nvGrpSpPr>
        <p:grpSpPr>
          <a:xfrm>
            <a:off x="1113355" y="4040821"/>
            <a:ext cx="28575" cy="45085"/>
            <a:chOff x="1113355" y="4040821"/>
            <a:chExt cx="28575" cy="45085"/>
          </a:xfrm>
        </p:grpSpPr>
        <p:sp>
          <p:nvSpPr>
            <p:cNvPr id="655" name="object 655" descr=""/>
            <p:cNvSpPr/>
            <p:nvPr/>
          </p:nvSpPr>
          <p:spPr>
            <a:xfrm>
              <a:off x="1114498" y="4041964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4" h="21589">
                  <a:moveTo>
                    <a:pt x="0" y="21335"/>
                  </a:moveTo>
                  <a:lnTo>
                    <a:pt x="12954" y="0"/>
                  </a:lnTo>
                  <a:lnTo>
                    <a:pt x="25908" y="21335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 descr=""/>
            <p:cNvSpPr/>
            <p:nvPr/>
          </p:nvSpPr>
          <p:spPr>
            <a:xfrm>
              <a:off x="1127452" y="404196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 descr=""/>
            <p:cNvSpPr/>
            <p:nvPr/>
          </p:nvSpPr>
          <p:spPr>
            <a:xfrm>
              <a:off x="1126309" y="4083493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3"/>
                  </a:lnTo>
                  <a:lnTo>
                    <a:pt x="1951" y="1951"/>
                  </a:lnTo>
                  <a:lnTo>
                    <a:pt x="1143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58" name="object 65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10326" y="4017580"/>
            <a:ext cx="258318" cy="176784"/>
          </a:xfrm>
          <a:prstGeom prst="rect">
            <a:avLst/>
          </a:prstGeom>
        </p:spPr>
      </p:pic>
      <p:grpSp>
        <p:nvGrpSpPr>
          <p:cNvPr id="659" name="object 659" descr=""/>
          <p:cNvGrpSpPr/>
          <p:nvPr/>
        </p:nvGrpSpPr>
        <p:grpSpPr>
          <a:xfrm>
            <a:off x="4096966" y="3869752"/>
            <a:ext cx="40005" cy="128905"/>
            <a:chOff x="4096966" y="3869752"/>
            <a:chExt cx="40005" cy="128905"/>
          </a:xfrm>
        </p:grpSpPr>
        <p:sp>
          <p:nvSpPr>
            <p:cNvPr id="660" name="object 660" descr=""/>
            <p:cNvSpPr/>
            <p:nvPr/>
          </p:nvSpPr>
          <p:spPr>
            <a:xfrm>
              <a:off x="4099252" y="3891088"/>
              <a:ext cx="35560" cy="86360"/>
            </a:xfrm>
            <a:custGeom>
              <a:avLst/>
              <a:gdLst/>
              <a:ahLst/>
              <a:cxnLst/>
              <a:rect l="l" t="t" r="r" b="b"/>
              <a:pathLst>
                <a:path w="35560" h="86360">
                  <a:moveTo>
                    <a:pt x="0" y="0"/>
                  </a:moveTo>
                  <a:lnTo>
                    <a:pt x="0" y="86105"/>
                  </a:lnTo>
                  <a:lnTo>
                    <a:pt x="35051" y="86105"/>
                  </a:lnTo>
                  <a:lnTo>
                    <a:pt x="35051" y="0"/>
                  </a:lnTo>
                  <a:lnTo>
                    <a:pt x="0" y="0"/>
                  </a:lnTo>
                  <a:close/>
                </a:path>
              </a:pathLst>
            </a:custGeom>
            <a:ln w="4571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 descr=""/>
            <p:cNvSpPr/>
            <p:nvPr/>
          </p:nvSpPr>
          <p:spPr>
            <a:xfrm>
              <a:off x="4116778" y="386975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 descr=""/>
            <p:cNvSpPr/>
            <p:nvPr/>
          </p:nvSpPr>
          <p:spPr>
            <a:xfrm>
              <a:off x="4116778" y="397719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3" name="object 663" descr=""/>
          <p:cNvGrpSpPr/>
          <p:nvPr/>
        </p:nvGrpSpPr>
        <p:grpSpPr>
          <a:xfrm>
            <a:off x="3642433" y="4320475"/>
            <a:ext cx="45720" cy="45085"/>
            <a:chOff x="3642433" y="4320475"/>
            <a:chExt cx="45720" cy="45085"/>
          </a:xfrm>
        </p:grpSpPr>
        <p:sp>
          <p:nvSpPr>
            <p:cNvPr id="664" name="object 664" descr=""/>
            <p:cNvSpPr/>
            <p:nvPr/>
          </p:nvSpPr>
          <p:spPr>
            <a:xfrm>
              <a:off x="3643576" y="4321618"/>
              <a:ext cx="43815" cy="43180"/>
            </a:xfrm>
            <a:custGeom>
              <a:avLst/>
              <a:gdLst/>
              <a:ahLst/>
              <a:cxnLst/>
              <a:rect l="l" t="t" r="r" b="b"/>
              <a:pathLst>
                <a:path w="43814" h="43179">
                  <a:moveTo>
                    <a:pt x="21336" y="0"/>
                  </a:moveTo>
                  <a:lnTo>
                    <a:pt x="21336" y="21336"/>
                  </a:lnTo>
                  <a:lnTo>
                    <a:pt x="43434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 descr=""/>
            <p:cNvSpPr/>
            <p:nvPr/>
          </p:nvSpPr>
          <p:spPr>
            <a:xfrm>
              <a:off x="3663769" y="432047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3"/>
                  </a:lnTo>
                  <a:lnTo>
                    <a:pt x="1951" y="1951"/>
                  </a:lnTo>
                  <a:lnTo>
                    <a:pt x="1142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66" name="object 66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64911" y="4061014"/>
            <a:ext cx="258318" cy="176784"/>
          </a:xfrm>
          <a:prstGeom prst="rect">
            <a:avLst/>
          </a:prstGeom>
        </p:spPr>
      </p:pic>
      <p:grpSp>
        <p:nvGrpSpPr>
          <p:cNvPr id="667" name="object 667" descr=""/>
          <p:cNvGrpSpPr/>
          <p:nvPr/>
        </p:nvGrpSpPr>
        <p:grpSpPr>
          <a:xfrm>
            <a:off x="4160211" y="5656642"/>
            <a:ext cx="128905" cy="39370"/>
            <a:chOff x="4160211" y="5656642"/>
            <a:chExt cx="128905" cy="39370"/>
          </a:xfrm>
        </p:grpSpPr>
        <p:sp>
          <p:nvSpPr>
            <p:cNvPr id="668" name="object 668" descr=""/>
            <p:cNvSpPr/>
            <p:nvPr/>
          </p:nvSpPr>
          <p:spPr>
            <a:xfrm>
              <a:off x="4181547" y="565892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 descr=""/>
            <p:cNvSpPr/>
            <p:nvPr/>
          </p:nvSpPr>
          <p:spPr>
            <a:xfrm>
              <a:off x="4160211" y="5676454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 descr=""/>
            <p:cNvSpPr/>
            <p:nvPr/>
          </p:nvSpPr>
          <p:spPr>
            <a:xfrm>
              <a:off x="4267653" y="5676454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1" name="object 671" descr=""/>
          <p:cNvGrpSpPr/>
          <p:nvPr/>
        </p:nvGrpSpPr>
        <p:grpSpPr>
          <a:xfrm>
            <a:off x="3642433" y="5588062"/>
            <a:ext cx="324485" cy="240029"/>
            <a:chOff x="3642433" y="5588062"/>
            <a:chExt cx="324485" cy="240029"/>
          </a:xfrm>
        </p:grpSpPr>
        <p:sp>
          <p:nvSpPr>
            <p:cNvPr id="672" name="object 672" descr=""/>
            <p:cNvSpPr/>
            <p:nvPr/>
          </p:nvSpPr>
          <p:spPr>
            <a:xfrm>
              <a:off x="3643576" y="5783896"/>
              <a:ext cx="43815" cy="43180"/>
            </a:xfrm>
            <a:custGeom>
              <a:avLst/>
              <a:gdLst/>
              <a:ahLst/>
              <a:cxnLst/>
              <a:rect l="l" t="t" r="r" b="b"/>
              <a:pathLst>
                <a:path w="43814" h="43179">
                  <a:moveTo>
                    <a:pt x="21336" y="0"/>
                  </a:moveTo>
                  <a:lnTo>
                    <a:pt x="21336" y="21336"/>
                  </a:lnTo>
                  <a:lnTo>
                    <a:pt x="43434" y="21336"/>
                  </a:lnTo>
                  <a:lnTo>
                    <a:pt x="21336" y="42672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 descr=""/>
            <p:cNvSpPr/>
            <p:nvPr/>
          </p:nvSpPr>
          <p:spPr>
            <a:xfrm>
              <a:off x="3663769" y="5782753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3"/>
                  </a:lnTo>
                  <a:lnTo>
                    <a:pt x="1951" y="1951"/>
                  </a:lnTo>
                  <a:lnTo>
                    <a:pt x="1142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4" name="object 67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08346" y="5588062"/>
              <a:ext cx="258318" cy="176022"/>
            </a:xfrm>
            <a:prstGeom prst="rect">
              <a:avLst/>
            </a:prstGeom>
          </p:spPr>
        </p:pic>
      </p:grpSp>
      <p:grpSp>
        <p:nvGrpSpPr>
          <p:cNvPr id="675" name="object 675" descr=""/>
          <p:cNvGrpSpPr/>
          <p:nvPr/>
        </p:nvGrpSpPr>
        <p:grpSpPr>
          <a:xfrm>
            <a:off x="4011622" y="5805232"/>
            <a:ext cx="39370" cy="128905"/>
            <a:chOff x="4011622" y="5805232"/>
            <a:chExt cx="39370" cy="128905"/>
          </a:xfrm>
        </p:grpSpPr>
        <p:sp>
          <p:nvSpPr>
            <p:cNvPr id="676" name="object 676" descr=""/>
            <p:cNvSpPr/>
            <p:nvPr/>
          </p:nvSpPr>
          <p:spPr>
            <a:xfrm>
              <a:off x="4013908" y="5826568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89" h="86360">
                  <a:moveTo>
                    <a:pt x="34289" y="86105"/>
                  </a:moveTo>
                  <a:lnTo>
                    <a:pt x="34289" y="0"/>
                  </a:lnTo>
                  <a:lnTo>
                    <a:pt x="0" y="0"/>
                  </a:lnTo>
                  <a:lnTo>
                    <a:pt x="0" y="86105"/>
                  </a:lnTo>
                  <a:lnTo>
                    <a:pt x="34289" y="86105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 descr=""/>
            <p:cNvSpPr/>
            <p:nvPr/>
          </p:nvSpPr>
          <p:spPr>
            <a:xfrm>
              <a:off x="4030672" y="591267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 descr=""/>
            <p:cNvSpPr/>
            <p:nvPr/>
          </p:nvSpPr>
          <p:spPr>
            <a:xfrm>
              <a:off x="4030672" y="580523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9" name="object 679" descr=""/>
          <p:cNvGrpSpPr/>
          <p:nvPr/>
        </p:nvGrpSpPr>
        <p:grpSpPr>
          <a:xfrm>
            <a:off x="4525210" y="5398324"/>
            <a:ext cx="129539" cy="39370"/>
            <a:chOff x="4525210" y="5398324"/>
            <a:chExt cx="129539" cy="39370"/>
          </a:xfrm>
        </p:grpSpPr>
        <p:sp>
          <p:nvSpPr>
            <p:cNvPr id="680" name="object 680" descr=""/>
            <p:cNvSpPr/>
            <p:nvPr/>
          </p:nvSpPr>
          <p:spPr>
            <a:xfrm>
              <a:off x="4547308" y="5400610"/>
              <a:ext cx="85725" cy="34290"/>
            </a:xfrm>
            <a:custGeom>
              <a:avLst/>
              <a:gdLst/>
              <a:ahLst/>
              <a:cxnLst/>
              <a:rect l="l" t="t" r="r" b="b"/>
              <a:pathLst>
                <a:path w="85725" h="34289">
                  <a:moveTo>
                    <a:pt x="85344" y="0"/>
                  </a:moveTo>
                  <a:lnTo>
                    <a:pt x="85344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5344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 descr=""/>
            <p:cNvSpPr/>
            <p:nvPr/>
          </p:nvSpPr>
          <p:spPr>
            <a:xfrm>
              <a:off x="4525210" y="5418136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2209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 descr=""/>
            <p:cNvSpPr/>
            <p:nvPr/>
          </p:nvSpPr>
          <p:spPr>
            <a:xfrm>
              <a:off x="4632652" y="5418136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3" name="object 683" descr=""/>
          <p:cNvGrpSpPr/>
          <p:nvPr/>
        </p:nvGrpSpPr>
        <p:grpSpPr>
          <a:xfrm>
            <a:off x="3823027" y="4857685"/>
            <a:ext cx="28575" cy="45720"/>
            <a:chOff x="3823027" y="4857685"/>
            <a:chExt cx="28575" cy="45720"/>
          </a:xfrm>
        </p:grpSpPr>
        <p:sp>
          <p:nvSpPr>
            <p:cNvPr id="684" name="object 684" descr=""/>
            <p:cNvSpPr/>
            <p:nvPr/>
          </p:nvSpPr>
          <p:spPr>
            <a:xfrm>
              <a:off x="3824170" y="4858828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5" h="21589">
                  <a:moveTo>
                    <a:pt x="0" y="21335"/>
                  </a:moveTo>
                  <a:lnTo>
                    <a:pt x="12954" y="0"/>
                  </a:lnTo>
                  <a:lnTo>
                    <a:pt x="25908" y="21335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 descr=""/>
            <p:cNvSpPr/>
            <p:nvPr/>
          </p:nvSpPr>
          <p:spPr>
            <a:xfrm>
              <a:off x="3837124" y="4858828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 descr=""/>
            <p:cNvSpPr/>
            <p:nvPr/>
          </p:nvSpPr>
          <p:spPr>
            <a:xfrm>
              <a:off x="3835981" y="4901119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2"/>
                  </a:lnTo>
                  <a:lnTo>
                    <a:pt x="1951" y="1951"/>
                  </a:lnTo>
                  <a:lnTo>
                    <a:pt x="1142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7" name="object 687" descr=""/>
          <p:cNvGrpSpPr/>
          <p:nvPr/>
        </p:nvGrpSpPr>
        <p:grpSpPr>
          <a:xfrm>
            <a:off x="3645861" y="5117146"/>
            <a:ext cx="39370" cy="128905"/>
            <a:chOff x="3645861" y="5117146"/>
            <a:chExt cx="39370" cy="128905"/>
          </a:xfrm>
        </p:grpSpPr>
        <p:sp>
          <p:nvSpPr>
            <p:cNvPr id="688" name="object 688" descr=""/>
            <p:cNvSpPr/>
            <p:nvPr/>
          </p:nvSpPr>
          <p:spPr>
            <a:xfrm>
              <a:off x="3648147" y="5138482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89" h="86360">
                  <a:moveTo>
                    <a:pt x="34289" y="86105"/>
                  </a:moveTo>
                  <a:lnTo>
                    <a:pt x="34289" y="0"/>
                  </a:lnTo>
                  <a:lnTo>
                    <a:pt x="0" y="0"/>
                  </a:lnTo>
                  <a:lnTo>
                    <a:pt x="0" y="86105"/>
                  </a:lnTo>
                  <a:lnTo>
                    <a:pt x="34289" y="86105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 descr=""/>
            <p:cNvSpPr/>
            <p:nvPr/>
          </p:nvSpPr>
          <p:spPr>
            <a:xfrm>
              <a:off x="3664911" y="522458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 descr=""/>
            <p:cNvSpPr/>
            <p:nvPr/>
          </p:nvSpPr>
          <p:spPr>
            <a:xfrm>
              <a:off x="3664911" y="511714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1" name="object 691" descr=""/>
          <p:cNvGrpSpPr/>
          <p:nvPr/>
        </p:nvGrpSpPr>
        <p:grpSpPr>
          <a:xfrm>
            <a:off x="3794452" y="5355652"/>
            <a:ext cx="128905" cy="39370"/>
            <a:chOff x="3794452" y="5355652"/>
            <a:chExt cx="128905" cy="39370"/>
          </a:xfrm>
        </p:grpSpPr>
        <p:sp>
          <p:nvSpPr>
            <p:cNvPr id="692" name="object 692" descr=""/>
            <p:cNvSpPr/>
            <p:nvPr/>
          </p:nvSpPr>
          <p:spPr>
            <a:xfrm>
              <a:off x="3815788" y="5357938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5" y="0"/>
                  </a:moveTo>
                  <a:lnTo>
                    <a:pt x="86105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5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 descr=""/>
            <p:cNvSpPr/>
            <p:nvPr/>
          </p:nvSpPr>
          <p:spPr>
            <a:xfrm>
              <a:off x="3794452" y="537470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 descr=""/>
            <p:cNvSpPr/>
            <p:nvPr/>
          </p:nvSpPr>
          <p:spPr>
            <a:xfrm>
              <a:off x="3901894" y="537470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5" name="object 695" descr=""/>
          <p:cNvGrpSpPr/>
          <p:nvPr/>
        </p:nvGrpSpPr>
        <p:grpSpPr>
          <a:xfrm>
            <a:off x="4373953" y="5630734"/>
            <a:ext cx="323850" cy="240665"/>
            <a:chOff x="4373953" y="5630734"/>
            <a:chExt cx="323850" cy="240665"/>
          </a:xfrm>
        </p:grpSpPr>
        <p:pic>
          <p:nvPicPr>
            <p:cNvPr id="696" name="object 69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39104" y="5630734"/>
              <a:ext cx="258318" cy="176784"/>
            </a:xfrm>
            <a:prstGeom prst="rect">
              <a:avLst/>
            </a:prstGeom>
          </p:spPr>
        </p:pic>
        <p:sp>
          <p:nvSpPr>
            <p:cNvPr id="697" name="object 697" descr=""/>
            <p:cNvSpPr/>
            <p:nvPr/>
          </p:nvSpPr>
          <p:spPr>
            <a:xfrm>
              <a:off x="4375096" y="5826568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4">
                  <a:moveTo>
                    <a:pt x="21336" y="0"/>
                  </a:moveTo>
                  <a:lnTo>
                    <a:pt x="21336" y="21336"/>
                  </a:lnTo>
                  <a:lnTo>
                    <a:pt x="42672" y="21336"/>
                  </a:lnTo>
                  <a:lnTo>
                    <a:pt x="21336" y="43434"/>
                  </a:lnTo>
                  <a:lnTo>
                    <a:pt x="0" y="21336"/>
                  </a:lnTo>
                  <a:lnTo>
                    <a:pt x="21336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 descr=""/>
            <p:cNvSpPr/>
            <p:nvPr/>
          </p:nvSpPr>
          <p:spPr>
            <a:xfrm>
              <a:off x="4395289" y="5825425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2" y="0"/>
                  </a:moveTo>
                  <a:lnTo>
                    <a:pt x="1951" y="334"/>
                  </a:lnTo>
                  <a:lnTo>
                    <a:pt x="2285" y="1143"/>
                  </a:lnTo>
                  <a:lnTo>
                    <a:pt x="1951" y="1951"/>
                  </a:lnTo>
                  <a:lnTo>
                    <a:pt x="1142" y="2286"/>
                  </a:lnTo>
                  <a:lnTo>
                    <a:pt x="334" y="1951"/>
                  </a:lnTo>
                  <a:lnTo>
                    <a:pt x="0" y="1143"/>
                  </a:lnTo>
                  <a:lnTo>
                    <a:pt x="334" y="334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9" name="object 699" descr=""/>
          <p:cNvGrpSpPr/>
          <p:nvPr/>
        </p:nvGrpSpPr>
        <p:grpSpPr>
          <a:xfrm>
            <a:off x="1213557" y="5097334"/>
            <a:ext cx="128905" cy="39370"/>
            <a:chOff x="1213557" y="5097334"/>
            <a:chExt cx="128905" cy="39370"/>
          </a:xfrm>
        </p:grpSpPr>
        <p:sp>
          <p:nvSpPr>
            <p:cNvPr id="700" name="object 700" descr=""/>
            <p:cNvSpPr/>
            <p:nvPr/>
          </p:nvSpPr>
          <p:spPr>
            <a:xfrm>
              <a:off x="1234893" y="5099620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59" h="34289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 descr=""/>
            <p:cNvSpPr/>
            <p:nvPr/>
          </p:nvSpPr>
          <p:spPr>
            <a:xfrm>
              <a:off x="1213557" y="511714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 descr=""/>
            <p:cNvSpPr/>
            <p:nvPr/>
          </p:nvSpPr>
          <p:spPr>
            <a:xfrm>
              <a:off x="1320999" y="511714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3" name="object 703" descr=""/>
          <p:cNvGrpSpPr/>
          <p:nvPr/>
        </p:nvGrpSpPr>
        <p:grpSpPr>
          <a:xfrm>
            <a:off x="978862" y="5181154"/>
            <a:ext cx="39370" cy="129539"/>
            <a:chOff x="978862" y="5181154"/>
            <a:chExt cx="39370" cy="129539"/>
          </a:xfrm>
        </p:grpSpPr>
        <p:sp>
          <p:nvSpPr>
            <p:cNvPr id="704" name="object 704" descr=""/>
            <p:cNvSpPr/>
            <p:nvPr/>
          </p:nvSpPr>
          <p:spPr>
            <a:xfrm>
              <a:off x="981148" y="5203252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90" h="86360">
                  <a:moveTo>
                    <a:pt x="0" y="0"/>
                  </a:moveTo>
                  <a:lnTo>
                    <a:pt x="0" y="86105"/>
                  </a:lnTo>
                  <a:lnTo>
                    <a:pt x="34290" y="86105"/>
                  </a:lnTo>
                  <a:lnTo>
                    <a:pt x="34290" y="0"/>
                  </a:lnTo>
                  <a:lnTo>
                    <a:pt x="0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 descr=""/>
            <p:cNvSpPr/>
            <p:nvPr/>
          </p:nvSpPr>
          <p:spPr>
            <a:xfrm>
              <a:off x="998674" y="5181154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 descr=""/>
            <p:cNvSpPr/>
            <p:nvPr/>
          </p:nvSpPr>
          <p:spPr>
            <a:xfrm>
              <a:off x="998674" y="528935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5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07" name="object 70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57195" y="5805232"/>
            <a:ext cx="93345" cy="128778"/>
          </a:xfrm>
          <a:prstGeom prst="rect">
            <a:avLst/>
          </a:prstGeom>
        </p:spPr>
      </p:pic>
      <p:grpSp>
        <p:nvGrpSpPr>
          <p:cNvPr id="708" name="object 708" descr=""/>
          <p:cNvGrpSpPr/>
          <p:nvPr/>
        </p:nvGrpSpPr>
        <p:grpSpPr>
          <a:xfrm>
            <a:off x="2054044" y="5504242"/>
            <a:ext cx="40005" cy="194945"/>
            <a:chOff x="2054044" y="5504242"/>
            <a:chExt cx="40005" cy="194945"/>
          </a:xfrm>
        </p:grpSpPr>
        <p:sp>
          <p:nvSpPr>
            <p:cNvPr id="709" name="object 709" descr=""/>
            <p:cNvSpPr/>
            <p:nvPr/>
          </p:nvSpPr>
          <p:spPr>
            <a:xfrm>
              <a:off x="2056330" y="5525578"/>
              <a:ext cx="35560" cy="86360"/>
            </a:xfrm>
            <a:custGeom>
              <a:avLst/>
              <a:gdLst/>
              <a:ahLst/>
              <a:cxnLst/>
              <a:rect l="l" t="t" r="r" b="b"/>
              <a:pathLst>
                <a:path w="35560" h="86360">
                  <a:moveTo>
                    <a:pt x="0" y="0"/>
                  </a:moveTo>
                  <a:lnTo>
                    <a:pt x="0" y="86105"/>
                  </a:lnTo>
                  <a:lnTo>
                    <a:pt x="35051" y="86105"/>
                  </a:lnTo>
                  <a:lnTo>
                    <a:pt x="35051" y="0"/>
                  </a:lnTo>
                  <a:lnTo>
                    <a:pt x="0" y="0"/>
                  </a:lnTo>
                  <a:close/>
                </a:path>
              </a:pathLst>
            </a:custGeom>
            <a:ln w="4571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 descr=""/>
            <p:cNvSpPr/>
            <p:nvPr/>
          </p:nvSpPr>
          <p:spPr>
            <a:xfrm>
              <a:off x="2073856" y="550424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 descr=""/>
            <p:cNvSpPr/>
            <p:nvPr/>
          </p:nvSpPr>
          <p:spPr>
            <a:xfrm>
              <a:off x="2073856" y="561168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5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 descr=""/>
            <p:cNvSpPr/>
            <p:nvPr/>
          </p:nvSpPr>
          <p:spPr>
            <a:xfrm>
              <a:off x="2060902" y="5676454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5" h="21589">
                  <a:moveTo>
                    <a:pt x="25908" y="0"/>
                  </a:moveTo>
                  <a:lnTo>
                    <a:pt x="0" y="0"/>
                  </a:lnTo>
                  <a:lnTo>
                    <a:pt x="12954" y="21335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 descr=""/>
            <p:cNvSpPr/>
            <p:nvPr/>
          </p:nvSpPr>
          <p:spPr>
            <a:xfrm>
              <a:off x="2060902" y="5654356"/>
              <a:ext cx="26034" cy="43815"/>
            </a:xfrm>
            <a:custGeom>
              <a:avLst/>
              <a:gdLst/>
              <a:ahLst/>
              <a:cxnLst/>
              <a:rect l="l" t="t" r="r" b="b"/>
              <a:pathLst>
                <a:path w="26035" h="43814">
                  <a:moveTo>
                    <a:pt x="12954" y="0"/>
                  </a:moveTo>
                  <a:lnTo>
                    <a:pt x="12954" y="22098"/>
                  </a:lnTo>
                  <a:lnTo>
                    <a:pt x="0" y="22098"/>
                  </a:lnTo>
                  <a:lnTo>
                    <a:pt x="12954" y="43434"/>
                  </a:lnTo>
                  <a:lnTo>
                    <a:pt x="25908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 descr=""/>
            <p:cNvSpPr/>
            <p:nvPr/>
          </p:nvSpPr>
          <p:spPr>
            <a:xfrm>
              <a:off x="2072713" y="5653213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5" name="object 715" descr=""/>
          <p:cNvGrpSpPr/>
          <p:nvPr/>
        </p:nvGrpSpPr>
        <p:grpSpPr>
          <a:xfrm>
            <a:off x="1689046" y="5203252"/>
            <a:ext cx="39370" cy="128905"/>
            <a:chOff x="1689046" y="5203252"/>
            <a:chExt cx="39370" cy="128905"/>
          </a:xfrm>
        </p:grpSpPr>
        <p:sp>
          <p:nvSpPr>
            <p:cNvPr id="716" name="object 716" descr=""/>
            <p:cNvSpPr/>
            <p:nvPr/>
          </p:nvSpPr>
          <p:spPr>
            <a:xfrm>
              <a:off x="1691332" y="5224588"/>
              <a:ext cx="34290" cy="86360"/>
            </a:xfrm>
            <a:custGeom>
              <a:avLst/>
              <a:gdLst/>
              <a:ahLst/>
              <a:cxnLst/>
              <a:rect l="l" t="t" r="r" b="b"/>
              <a:pathLst>
                <a:path w="34289" h="86360">
                  <a:moveTo>
                    <a:pt x="34289" y="86105"/>
                  </a:moveTo>
                  <a:lnTo>
                    <a:pt x="34289" y="0"/>
                  </a:lnTo>
                  <a:lnTo>
                    <a:pt x="0" y="0"/>
                  </a:lnTo>
                  <a:lnTo>
                    <a:pt x="0" y="86105"/>
                  </a:lnTo>
                  <a:lnTo>
                    <a:pt x="34289" y="86105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 descr=""/>
            <p:cNvSpPr/>
            <p:nvPr/>
          </p:nvSpPr>
          <p:spPr>
            <a:xfrm>
              <a:off x="1708096" y="531069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 descr=""/>
            <p:cNvSpPr/>
            <p:nvPr/>
          </p:nvSpPr>
          <p:spPr>
            <a:xfrm>
              <a:off x="1708096" y="520325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9" name="object 719" descr=""/>
          <p:cNvGrpSpPr/>
          <p:nvPr/>
        </p:nvGrpSpPr>
        <p:grpSpPr>
          <a:xfrm>
            <a:off x="2336364" y="5429947"/>
            <a:ext cx="146050" cy="26034"/>
            <a:chOff x="2336364" y="5429947"/>
            <a:chExt cx="146050" cy="26034"/>
          </a:xfrm>
        </p:grpSpPr>
        <p:sp>
          <p:nvSpPr>
            <p:cNvPr id="720" name="object 720" descr=""/>
            <p:cNvSpPr/>
            <p:nvPr/>
          </p:nvSpPr>
          <p:spPr>
            <a:xfrm>
              <a:off x="2337507" y="543109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0574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15240"/>
                  </a:lnTo>
                  <a:lnTo>
                    <a:pt x="11430" y="12954"/>
                  </a:lnTo>
                  <a:lnTo>
                    <a:pt x="10668" y="12192"/>
                  </a:lnTo>
                  <a:lnTo>
                    <a:pt x="8382" y="10668"/>
                  </a:lnTo>
                  <a:lnTo>
                    <a:pt x="4571" y="9906"/>
                  </a:lnTo>
                  <a:lnTo>
                    <a:pt x="2285" y="9144"/>
                  </a:lnTo>
                  <a:lnTo>
                    <a:pt x="1523" y="7620"/>
                  </a:lnTo>
                  <a:lnTo>
                    <a:pt x="0" y="6096"/>
                  </a:lnTo>
                  <a:lnTo>
                    <a:pt x="0" y="3810"/>
                  </a:lnTo>
                  <a:lnTo>
                    <a:pt x="1523" y="1524"/>
                  </a:lnTo>
                  <a:lnTo>
                    <a:pt x="2285" y="762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 descr=""/>
            <p:cNvSpPr/>
            <p:nvPr/>
          </p:nvSpPr>
          <p:spPr>
            <a:xfrm>
              <a:off x="2358843" y="543109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 descr=""/>
            <p:cNvSpPr/>
            <p:nvPr/>
          </p:nvSpPr>
          <p:spPr>
            <a:xfrm>
              <a:off x="2369511" y="543109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 descr=""/>
            <p:cNvSpPr/>
            <p:nvPr/>
          </p:nvSpPr>
          <p:spPr>
            <a:xfrm>
              <a:off x="2391609" y="5440996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 descr=""/>
            <p:cNvSpPr/>
            <p:nvPr/>
          </p:nvSpPr>
          <p:spPr>
            <a:xfrm>
              <a:off x="2391609" y="5431090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89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1066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 descr=""/>
            <p:cNvSpPr/>
            <p:nvPr/>
          </p:nvSpPr>
          <p:spPr>
            <a:xfrm>
              <a:off x="2406087" y="545471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 descr=""/>
            <p:cNvSpPr/>
            <p:nvPr/>
          </p:nvSpPr>
          <p:spPr>
            <a:xfrm>
              <a:off x="2426661" y="543109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5333" y="0"/>
                  </a:moveTo>
                  <a:lnTo>
                    <a:pt x="14477" y="14478"/>
                  </a:lnTo>
                  <a:lnTo>
                    <a:pt x="13715" y="18288"/>
                  </a:lnTo>
                  <a:lnTo>
                    <a:pt x="11429" y="20574"/>
                  </a:lnTo>
                  <a:lnTo>
                    <a:pt x="9143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1523" y="18288"/>
                  </a:lnTo>
                  <a:lnTo>
                    <a:pt x="0" y="14478"/>
                  </a:lnTo>
                  <a:lnTo>
                    <a:pt x="0" y="6858"/>
                  </a:lnTo>
                  <a:lnTo>
                    <a:pt x="1523" y="3048"/>
                  </a:lnTo>
                  <a:lnTo>
                    <a:pt x="3047" y="762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 descr=""/>
            <p:cNvSpPr/>
            <p:nvPr/>
          </p:nvSpPr>
          <p:spPr>
            <a:xfrm>
              <a:off x="2450283" y="543109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762" y="19050"/>
                  </a:lnTo>
                  <a:lnTo>
                    <a:pt x="2286" y="20574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 descr=""/>
            <p:cNvSpPr/>
            <p:nvPr/>
          </p:nvSpPr>
          <p:spPr>
            <a:xfrm>
              <a:off x="2470095" y="543109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 descr=""/>
            <p:cNvSpPr/>
            <p:nvPr/>
          </p:nvSpPr>
          <p:spPr>
            <a:xfrm>
              <a:off x="2476191" y="543109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30" name="object 73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15538" y="5340793"/>
            <a:ext cx="172212" cy="121158"/>
          </a:xfrm>
          <a:prstGeom prst="rect">
            <a:avLst/>
          </a:prstGeom>
        </p:spPr>
      </p:pic>
      <p:grpSp>
        <p:nvGrpSpPr>
          <p:cNvPr id="731" name="object 731" descr=""/>
          <p:cNvGrpSpPr/>
          <p:nvPr/>
        </p:nvGrpSpPr>
        <p:grpSpPr>
          <a:xfrm>
            <a:off x="1693999" y="5072569"/>
            <a:ext cx="28575" cy="45720"/>
            <a:chOff x="1693999" y="5072569"/>
            <a:chExt cx="28575" cy="45720"/>
          </a:xfrm>
        </p:grpSpPr>
        <p:sp>
          <p:nvSpPr>
            <p:cNvPr id="732" name="object 732" descr=""/>
            <p:cNvSpPr/>
            <p:nvPr/>
          </p:nvSpPr>
          <p:spPr>
            <a:xfrm>
              <a:off x="1695142" y="5073712"/>
              <a:ext cx="26034" cy="22225"/>
            </a:xfrm>
            <a:custGeom>
              <a:avLst/>
              <a:gdLst/>
              <a:ahLst/>
              <a:cxnLst/>
              <a:rect l="l" t="t" r="r" b="b"/>
              <a:pathLst>
                <a:path w="26035" h="22225">
                  <a:moveTo>
                    <a:pt x="0" y="22098"/>
                  </a:moveTo>
                  <a:lnTo>
                    <a:pt x="12954" y="0"/>
                  </a:lnTo>
                  <a:lnTo>
                    <a:pt x="25908" y="22098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 descr=""/>
            <p:cNvSpPr/>
            <p:nvPr/>
          </p:nvSpPr>
          <p:spPr>
            <a:xfrm>
              <a:off x="1708096" y="5073712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 descr=""/>
            <p:cNvSpPr/>
            <p:nvPr/>
          </p:nvSpPr>
          <p:spPr>
            <a:xfrm>
              <a:off x="1706953" y="5116003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5" name="object 735" descr=""/>
          <p:cNvGrpSpPr/>
          <p:nvPr/>
        </p:nvGrpSpPr>
        <p:grpSpPr>
          <a:xfrm>
            <a:off x="1565221" y="5890195"/>
            <a:ext cx="28575" cy="45085"/>
            <a:chOff x="1565221" y="5890195"/>
            <a:chExt cx="28575" cy="45085"/>
          </a:xfrm>
        </p:grpSpPr>
        <p:sp>
          <p:nvSpPr>
            <p:cNvPr id="736" name="object 736" descr=""/>
            <p:cNvSpPr/>
            <p:nvPr/>
          </p:nvSpPr>
          <p:spPr>
            <a:xfrm>
              <a:off x="1566364" y="5891338"/>
              <a:ext cx="26034" cy="21590"/>
            </a:xfrm>
            <a:custGeom>
              <a:avLst/>
              <a:gdLst/>
              <a:ahLst/>
              <a:cxnLst/>
              <a:rect l="l" t="t" r="r" b="b"/>
              <a:pathLst>
                <a:path w="26034" h="21589">
                  <a:moveTo>
                    <a:pt x="0" y="21336"/>
                  </a:moveTo>
                  <a:lnTo>
                    <a:pt x="12954" y="0"/>
                  </a:lnTo>
                  <a:lnTo>
                    <a:pt x="25908" y="21336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 descr=""/>
            <p:cNvSpPr/>
            <p:nvPr/>
          </p:nvSpPr>
          <p:spPr>
            <a:xfrm>
              <a:off x="1579318" y="5891338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 descr=""/>
            <p:cNvSpPr/>
            <p:nvPr/>
          </p:nvSpPr>
          <p:spPr>
            <a:xfrm>
              <a:off x="1578175" y="593286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1143" y="0"/>
                  </a:moveTo>
                  <a:lnTo>
                    <a:pt x="1951" y="334"/>
                  </a:lnTo>
                  <a:lnTo>
                    <a:pt x="2286" y="1142"/>
                  </a:lnTo>
                  <a:lnTo>
                    <a:pt x="1951" y="1951"/>
                  </a:lnTo>
                  <a:lnTo>
                    <a:pt x="1143" y="2285"/>
                  </a:lnTo>
                  <a:lnTo>
                    <a:pt x="334" y="1951"/>
                  </a:lnTo>
                  <a:lnTo>
                    <a:pt x="0" y="1142"/>
                  </a:lnTo>
                  <a:lnTo>
                    <a:pt x="334" y="334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84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9" name="object 739" descr=""/>
          <p:cNvGrpSpPr/>
          <p:nvPr/>
        </p:nvGrpSpPr>
        <p:grpSpPr>
          <a:xfrm>
            <a:off x="2138626" y="5441758"/>
            <a:ext cx="128905" cy="39370"/>
            <a:chOff x="2138626" y="5441758"/>
            <a:chExt cx="128905" cy="39370"/>
          </a:xfrm>
        </p:grpSpPr>
        <p:sp>
          <p:nvSpPr>
            <p:cNvPr id="740" name="object 740" descr=""/>
            <p:cNvSpPr/>
            <p:nvPr/>
          </p:nvSpPr>
          <p:spPr>
            <a:xfrm>
              <a:off x="2159962" y="5444044"/>
              <a:ext cx="86360" cy="34290"/>
            </a:xfrm>
            <a:custGeom>
              <a:avLst/>
              <a:gdLst/>
              <a:ahLst/>
              <a:cxnLst/>
              <a:rect l="l" t="t" r="r" b="b"/>
              <a:pathLst>
                <a:path w="86360" h="34289">
                  <a:moveTo>
                    <a:pt x="86106" y="0"/>
                  </a:moveTo>
                  <a:lnTo>
                    <a:pt x="86106" y="34289"/>
                  </a:lnTo>
                  <a:lnTo>
                    <a:pt x="0" y="34289"/>
                  </a:lnTo>
                  <a:lnTo>
                    <a:pt x="0" y="0"/>
                  </a:lnTo>
                  <a:lnTo>
                    <a:pt x="86106" y="0"/>
                  </a:lnTo>
                  <a:close/>
                </a:path>
              </a:pathLst>
            </a:custGeom>
            <a:ln w="4572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 descr=""/>
            <p:cNvSpPr/>
            <p:nvPr/>
          </p:nvSpPr>
          <p:spPr>
            <a:xfrm>
              <a:off x="2138626" y="5460808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 descr=""/>
            <p:cNvSpPr/>
            <p:nvPr/>
          </p:nvSpPr>
          <p:spPr>
            <a:xfrm>
              <a:off x="2246068" y="5460808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336" y="0"/>
                  </a:lnTo>
                </a:path>
              </a:pathLst>
            </a:custGeom>
            <a:ln w="3175">
              <a:solidFill>
                <a:srgbClr val="84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3" name="object 743" descr=""/>
          <p:cNvSpPr/>
          <p:nvPr/>
        </p:nvSpPr>
        <p:spPr>
          <a:xfrm>
            <a:off x="1471876" y="1439734"/>
            <a:ext cx="0" cy="236220"/>
          </a:xfrm>
          <a:custGeom>
            <a:avLst/>
            <a:gdLst/>
            <a:ahLst/>
            <a:cxnLst/>
            <a:rect l="l" t="t" r="r" b="b"/>
            <a:pathLst>
              <a:path w="0" h="236219">
                <a:moveTo>
                  <a:pt x="0" y="0"/>
                </a:moveTo>
                <a:lnTo>
                  <a:pt x="0" y="23622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4" name="object 744" descr=""/>
          <p:cNvSpPr/>
          <p:nvPr/>
        </p:nvSpPr>
        <p:spPr>
          <a:xfrm>
            <a:off x="1084780" y="120275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5">
                <a:moveTo>
                  <a:pt x="0" y="323088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5" name="object 745" descr=""/>
          <p:cNvSpPr/>
          <p:nvPr/>
        </p:nvSpPr>
        <p:spPr>
          <a:xfrm>
            <a:off x="353260" y="1202752"/>
            <a:ext cx="86360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106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6" name="object 746" descr=""/>
          <p:cNvSpPr/>
          <p:nvPr/>
        </p:nvSpPr>
        <p:spPr>
          <a:xfrm>
            <a:off x="1084780" y="1202752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5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7" name="object 747" descr=""/>
          <p:cNvSpPr/>
          <p:nvPr/>
        </p:nvSpPr>
        <p:spPr>
          <a:xfrm>
            <a:off x="1342335" y="1202752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8" name="object 748" descr=""/>
          <p:cNvSpPr/>
          <p:nvPr/>
        </p:nvSpPr>
        <p:spPr>
          <a:xfrm>
            <a:off x="568144" y="1202752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9" name="object 749" descr=""/>
          <p:cNvSpPr/>
          <p:nvPr/>
        </p:nvSpPr>
        <p:spPr>
          <a:xfrm>
            <a:off x="3386020" y="2235262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86105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0" name="object 750" descr=""/>
          <p:cNvSpPr/>
          <p:nvPr/>
        </p:nvSpPr>
        <p:spPr>
          <a:xfrm>
            <a:off x="3386020" y="2536252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10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51" name="object 751" descr=""/>
          <p:cNvGrpSpPr/>
          <p:nvPr/>
        </p:nvGrpSpPr>
        <p:grpSpPr>
          <a:xfrm>
            <a:off x="2998924" y="2707321"/>
            <a:ext cx="130175" cy="130175"/>
            <a:chOff x="2998924" y="2707321"/>
            <a:chExt cx="130175" cy="130175"/>
          </a:xfrm>
        </p:grpSpPr>
        <p:sp>
          <p:nvSpPr>
            <p:cNvPr id="752" name="object 752" descr=""/>
            <p:cNvSpPr/>
            <p:nvPr/>
          </p:nvSpPr>
          <p:spPr>
            <a:xfrm>
              <a:off x="3127702" y="2708464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w="0" h="128905">
                  <a:moveTo>
                    <a:pt x="0" y="1287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 descr=""/>
            <p:cNvSpPr/>
            <p:nvPr/>
          </p:nvSpPr>
          <p:spPr>
            <a:xfrm>
              <a:off x="2998924" y="2708464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5" h="0">
                  <a:moveTo>
                    <a:pt x="0" y="0"/>
                  </a:moveTo>
                  <a:lnTo>
                    <a:pt x="12877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4" name="object 754" descr=""/>
          <p:cNvSpPr/>
          <p:nvPr/>
        </p:nvSpPr>
        <p:spPr>
          <a:xfrm>
            <a:off x="3235144" y="3848416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5" name="object 755" descr=""/>
          <p:cNvSpPr/>
          <p:nvPr/>
        </p:nvSpPr>
        <p:spPr>
          <a:xfrm>
            <a:off x="3386020" y="2450146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10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6" name="object 756" descr=""/>
          <p:cNvSpPr/>
          <p:nvPr/>
        </p:nvSpPr>
        <p:spPr>
          <a:xfrm>
            <a:off x="4482538" y="794320"/>
            <a:ext cx="0" cy="64769"/>
          </a:xfrm>
          <a:custGeom>
            <a:avLst/>
            <a:gdLst/>
            <a:ahLst/>
            <a:cxnLst/>
            <a:rect l="l" t="t" r="r" b="b"/>
            <a:pathLst>
              <a:path w="0" h="64769">
                <a:moveTo>
                  <a:pt x="0" y="0"/>
                </a:moveTo>
                <a:lnTo>
                  <a:pt x="0" y="64769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7" name="object 757" descr=""/>
          <p:cNvSpPr/>
          <p:nvPr/>
        </p:nvSpPr>
        <p:spPr>
          <a:xfrm>
            <a:off x="4224220" y="859090"/>
            <a:ext cx="64769" cy="193675"/>
          </a:xfrm>
          <a:custGeom>
            <a:avLst/>
            <a:gdLst/>
            <a:ahLst/>
            <a:cxnLst/>
            <a:rect l="l" t="t" r="r" b="b"/>
            <a:pathLst>
              <a:path w="64770" h="193675">
                <a:moveTo>
                  <a:pt x="0" y="193548"/>
                </a:moveTo>
                <a:lnTo>
                  <a:pt x="0" y="0"/>
                </a:ln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8" name="object 758" descr=""/>
          <p:cNvSpPr/>
          <p:nvPr/>
        </p:nvSpPr>
        <p:spPr>
          <a:xfrm>
            <a:off x="3966664" y="859090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400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9" name="object 759" descr=""/>
          <p:cNvSpPr/>
          <p:nvPr/>
        </p:nvSpPr>
        <p:spPr>
          <a:xfrm>
            <a:off x="4160211" y="859090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400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0" name="object 760" descr=""/>
          <p:cNvSpPr/>
          <p:nvPr/>
        </p:nvSpPr>
        <p:spPr>
          <a:xfrm>
            <a:off x="3966664" y="859090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4">
                <a:moveTo>
                  <a:pt x="0" y="0"/>
                </a:moveTo>
                <a:lnTo>
                  <a:pt x="0" y="64008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1" name="object 761" descr=""/>
          <p:cNvSpPr/>
          <p:nvPr/>
        </p:nvSpPr>
        <p:spPr>
          <a:xfrm>
            <a:off x="4202884" y="1138744"/>
            <a:ext cx="21590" cy="0"/>
          </a:xfrm>
          <a:custGeom>
            <a:avLst/>
            <a:gdLst/>
            <a:ahLst/>
            <a:cxnLst/>
            <a:rect l="l" t="t" r="r" b="b"/>
            <a:pathLst>
              <a:path w="21589" h="0">
                <a:moveTo>
                  <a:pt x="0" y="0"/>
                </a:moveTo>
                <a:lnTo>
                  <a:pt x="21336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2" name="object 762" descr=""/>
          <p:cNvSpPr/>
          <p:nvPr/>
        </p:nvSpPr>
        <p:spPr>
          <a:xfrm>
            <a:off x="3966664" y="1138744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400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3" name="object 763" descr=""/>
          <p:cNvSpPr/>
          <p:nvPr/>
        </p:nvSpPr>
        <p:spPr>
          <a:xfrm>
            <a:off x="4160211" y="1138744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 h="0">
                <a:moveTo>
                  <a:pt x="0" y="0"/>
                </a:moveTo>
                <a:lnTo>
                  <a:pt x="4267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4" name="object 764" descr=""/>
          <p:cNvSpPr/>
          <p:nvPr/>
        </p:nvSpPr>
        <p:spPr>
          <a:xfrm>
            <a:off x="4202884" y="1332292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4">
                <a:moveTo>
                  <a:pt x="0" y="0"/>
                </a:moveTo>
                <a:lnTo>
                  <a:pt x="0" y="64008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5" name="object 765" descr=""/>
          <p:cNvSpPr/>
          <p:nvPr/>
        </p:nvSpPr>
        <p:spPr>
          <a:xfrm>
            <a:off x="4202884" y="1138744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4">
                <a:moveTo>
                  <a:pt x="0" y="64008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6" name="object 766" descr=""/>
          <p:cNvSpPr/>
          <p:nvPr/>
        </p:nvSpPr>
        <p:spPr>
          <a:xfrm>
            <a:off x="1644088" y="2386138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89">
                <a:moveTo>
                  <a:pt x="0" y="0"/>
                </a:moveTo>
                <a:lnTo>
                  <a:pt x="0" y="2133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7" name="object 767" descr=""/>
          <p:cNvSpPr/>
          <p:nvPr/>
        </p:nvSpPr>
        <p:spPr>
          <a:xfrm>
            <a:off x="1644088" y="2665030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098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8" name="object 768" descr=""/>
          <p:cNvSpPr/>
          <p:nvPr/>
        </p:nvSpPr>
        <p:spPr>
          <a:xfrm>
            <a:off x="955240" y="2386138"/>
            <a:ext cx="193675" cy="21590"/>
          </a:xfrm>
          <a:custGeom>
            <a:avLst/>
            <a:gdLst/>
            <a:ahLst/>
            <a:cxnLst/>
            <a:rect l="l" t="t" r="r" b="b"/>
            <a:pathLst>
              <a:path w="193675" h="21589">
                <a:moveTo>
                  <a:pt x="193547" y="0"/>
                </a:moveTo>
                <a:lnTo>
                  <a:pt x="0" y="0"/>
                </a:lnTo>
              </a:path>
              <a:path w="193675" h="21589">
                <a:moveTo>
                  <a:pt x="193547" y="0"/>
                </a:moveTo>
                <a:lnTo>
                  <a:pt x="193547" y="2133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9" name="object 769" descr=""/>
          <p:cNvSpPr/>
          <p:nvPr/>
        </p:nvSpPr>
        <p:spPr>
          <a:xfrm>
            <a:off x="353260" y="2428810"/>
            <a:ext cx="0" cy="64769"/>
          </a:xfrm>
          <a:custGeom>
            <a:avLst/>
            <a:gdLst/>
            <a:ahLst/>
            <a:cxnLst/>
            <a:rect l="l" t="t" r="r" b="b"/>
            <a:pathLst>
              <a:path w="0" h="64769">
                <a:moveTo>
                  <a:pt x="0" y="0"/>
                </a:moveTo>
                <a:lnTo>
                  <a:pt x="0" y="64769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0" name="object 770" descr=""/>
          <p:cNvSpPr/>
          <p:nvPr/>
        </p:nvSpPr>
        <p:spPr>
          <a:xfrm>
            <a:off x="353260" y="2622358"/>
            <a:ext cx="0" cy="64769"/>
          </a:xfrm>
          <a:custGeom>
            <a:avLst/>
            <a:gdLst/>
            <a:ahLst/>
            <a:cxnLst/>
            <a:rect l="l" t="t" r="r" b="b"/>
            <a:pathLst>
              <a:path w="0" h="64769">
                <a:moveTo>
                  <a:pt x="0" y="0"/>
                </a:moveTo>
                <a:lnTo>
                  <a:pt x="0" y="64769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1" name="object 771" descr=""/>
          <p:cNvSpPr/>
          <p:nvPr/>
        </p:nvSpPr>
        <p:spPr>
          <a:xfrm>
            <a:off x="568144" y="2386138"/>
            <a:ext cx="0" cy="85725"/>
          </a:xfrm>
          <a:custGeom>
            <a:avLst/>
            <a:gdLst/>
            <a:ahLst/>
            <a:cxnLst/>
            <a:rect l="l" t="t" r="r" b="b"/>
            <a:pathLst>
              <a:path w="0" h="85725">
                <a:moveTo>
                  <a:pt x="0" y="0"/>
                </a:moveTo>
                <a:lnTo>
                  <a:pt x="0" y="85344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2" name="object 772" descr=""/>
          <p:cNvSpPr/>
          <p:nvPr/>
        </p:nvSpPr>
        <p:spPr>
          <a:xfrm>
            <a:off x="568144" y="2601022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10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73" name="object 773" descr=""/>
          <p:cNvGrpSpPr/>
          <p:nvPr/>
        </p:nvGrpSpPr>
        <p:grpSpPr>
          <a:xfrm>
            <a:off x="568144" y="2384995"/>
            <a:ext cx="388620" cy="86995"/>
            <a:chOff x="568144" y="2384995"/>
            <a:chExt cx="388620" cy="86995"/>
          </a:xfrm>
        </p:grpSpPr>
        <p:sp>
          <p:nvSpPr>
            <p:cNvPr id="774" name="object 774" descr=""/>
            <p:cNvSpPr/>
            <p:nvPr/>
          </p:nvSpPr>
          <p:spPr>
            <a:xfrm>
              <a:off x="568144" y="2386138"/>
              <a:ext cx="387350" cy="85725"/>
            </a:xfrm>
            <a:custGeom>
              <a:avLst/>
              <a:gdLst/>
              <a:ahLst/>
              <a:cxnLst/>
              <a:rect l="l" t="t" r="r" b="b"/>
              <a:pathLst>
                <a:path w="387350" h="85725">
                  <a:moveTo>
                    <a:pt x="387096" y="0"/>
                  </a:moveTo>
                  <a:lnTo>
                    <a:pt x="193548" y="0"/>
                  </a:lnTo>
                  <a:lnTo>
                    <a:pt x="0" y="0"/>
                  </a:lnTo>
                </a:path>
                <a:path w="387350" h="85725">
                  <a:moveTo>
                    <a:pt x="387096" y="0"/>
                  </a:moveTo>
                  <a:lnTo>
                    <a:pt x="387096" y="85344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 descr=""/>
            <p:cNvSpPr/>
            <p:nvPr/>
          </p:nvSpPr>
          <p:spPr>
            <a:xfrm>
              <a:off x="761692" y="2386138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w="0" h="85725">
                  <a:moveTo>
                    <a:pt x="0" y="0"/>
                  </a:moveTo>
                  <a:lnTo>
                    <a:pt x="0" y="85344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6" name="object 776" descr=""/>
          <p:cNvSpPr/>
          <p:nvPr/>
        </p:nvSpPr>
        <p:spPr>
          <a:xfrm>
            <a:off x="1385770" y="2386138"/>
            <a:ext cx="258445" cy="21590"/>
          </a:xfrm>
          <a:custGeom>
            <a:avLst/>
            <a:gdLst/>
            <a:ahLst/>
            <a:cxnLst/>
            <a:rect l="l" t="t" r="r" b="b"/>
            <a:pathLst>
              <a:path w="258444" h="21589">
                <a:moveTo>
                  <a:pt x="0" y="0"/>
                </a:moveTo>
                <a:lnTo>
                  <a:pt x="0" y="21336"/>
                </a:lnTo>
              </a:path>
              <a:path w="258444" h="21589">
                <a:moveTo>
                  <a:pt x="0" y="0"/>
                </a:moveTo>
                <a:lnTo>
                  <a:pt x="25831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7" name="object 777" descr=""/>
          <p:cNvSpPr/>
          <p:nvPr/>
        </p:nvSpPr>
        <p:spPr>
          <a:xfrm>
            <a:off x="1385770" y="2665030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098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8" name="object 778" descr=""/>
          <p:cNvSpPr/>
          <p:nvPr/>
        </p:nvSpPr>
        <p:spPr>
          <a:xfrm>
            <a:off x="955240" y="2601022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10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9" name="object 779" descr=""/>
          <p:cNvSpPr/>
          <p:nvPr/>
        </p:nvSpPr>
        <p:spPr>
          <a:xfrm>
            <a:off x="761692" y="2601022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10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0" name="object 780" descr=""/>
          <p:cNvSpPr/>
          <p:nvPr/>
        </p:nvSpPr>
        <p:spPr>
          <a:xfrm>
            <a:off x="1148788" y="2386138"/>
            <a:ext cx="237490" cy="0"/>
          </a:xfrm>
          <a:custGeom>
            <a:avLst/>
            <a:gdLst/>
            <a:ahLst/>
            <a:cxnLst/>
            <a:rect l="l" t="t" r="r" b="b"/>
            <a:pathLst>
              <a:path w="237490" h="0">
                <a:moveTo>
                  <a:pt x="0" y="0"/>
                </a:moveTo>
                <a:lnTo>
                  <a:pt x="23698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1" name="object 781" descr=""/>
          <p:cNvSpPr/>
          <p:nvPr/>
        </p:nvSpPr>
        <p:spPr>
          <a:xfrm>
            <a:off x="1148788" y="2665030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098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82" name="object 782" descr=""/>
          <p:cNvGrpSpPr/>
          <p:nvPr/>
        </p:nvGrpSpPr>
        <p:grpSpPr>
          <a:xfrm>
            <a:off x="696541" y="1202752"/>
            <a:ext cx="65405" cy="281305"/>
            <a:chOff x="696541" y="1202752"/>
            <a:chExt cx="65405" cy="281305"/>
          </a:xfrm>
        </p:grpSpPr>
        <p:sp>
          <p:nvSpPr>
            <p:cNvPr id="783" name="object 783" descr=""/>
            <p:cNvSpPr/>
            <p:nvPr/>
          </p:nvSpPr>
          <p:spPr>
            <a:xfrm>
              <a:off x="697684" y="1202752"/>
              <a:ext cx="0" cy="280035"/>
            </a:xfrm>
            <a:custGeom>
              <a:avLst/>
              <a:gdLst/>
              <a:ahLst/>
              <a:cxnLst/>
              <a:rect l="l" t="t" r="r" b="b"/>
              <a:pathLst>
                <a:path w="0" h="280034">
                  <a:moveTo>
                    <a:pt x="0" y="2796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 descr=""/>
            <p:cNvSpPr/>
            <p:nvPr/>
          </p:nvSpPr>
          <p:spPr>
            <a:xfrm>
              <a:off x="697684" y="148240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 h="0">
                  <a:moveTo>
                    <a:pt x="6400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5" name="object 785" descr=""/>
          <p:cNvSpPr/>
          <p:nvPr/>
        </p:nvSpPr>
        <p:spPr>
          <a:xfrm>
            <a:off x="697684" y="729550"/>
            <a:ext cx="107950" cy="473709"/>
          </a:xfrm>
          <a:custGeom>
            <a:avLst/>
            <a:gdLst/>
            <a:ahLst/>
            <a:cxnLst/>
            <a:rect l="l" t="t" r="r" b="b"/>
            <a:pathLst>
              <a:path w="107950" h="473709">
                <a:moveTo>
                  <a:pt x="0" y="0"/>
                </a:moveTo>
                <a:lnTo>
                  <a:pt x="107442" y="0"/>
                </a:lnTo>
              </a:path>
              <a:path w="107950" h="473709">
                <a:moveTo>
                  <a:pt x="0" y="0"/>
                </a:moveTo>
                <a:lnTo>
                  <a:pt x="0" y="473202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6" name="object 786" descr=""/>
          <p:cNvSpPr/>
          <p:nvPr/>
        </p:nvSpPr>
        <p:spPr>
          <a:xfrm>
            <a:off x="310588" y="729550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7" name="object 787" descr=""/>
          <p:cNvSpPr/>
          <p:nvPr/>
        </p:nvSpPr>
        <p:spPr>
          <a:xfrm>
            <a:off x="977338" y="729550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5" h="0">
                <a:moveTo>
                  <a:pt x="0" y="0"/>
                </a:moveTo>
                <a:lnTo>
                  <a:pt x="107442" y="0"/>
                </a:lnTo>
                <a:lnTo>
                  <a:pt x="214884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8" name="object 788" descr=""/>
          <p:cNvSpPr/>
          <p:nvPr/>
        </p:nvSpPr>
        <p:spPr>
          <a:xfrm>
            <a:off x="310588" y="729550"/>
            <a:ext cx="0" cy="64769"/>
          </a:xfrm>
          <a:custGeom>
            <a:avLst/>
            <a:gdLst/>
            <a:ahLst/>
            <a:cxnLst/>
            <a:rect l="l" t="t" r="r" b="b"/>
            <a:pathLst>
              <a:path w="0" h="64770">
                <a:moveTo>
                  <a:pt x="0" y="0"/>
                </a:moveTo>
                <a:lnTo>
                  <a:pt x="0" y="64769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9" name="object 789" descr=""/>
          <p:cNvSpPr/>
          <p:nvPr/>
        </p:nvSpPr>
        <p:spPr>
          <a:xfrm>
            <a:off x="568144" y="729550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0" name="object 790" descr=""/>
          <p:cNvSpPr/>
          <p:nvPr/>
        </p:nvSpPr>
        <p:spPr>
          <a:xfrm>
            <a:off x="955240" y="1202752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91" name="object 791" descr=""/>
          <p:cNvGrpSpPr/>
          <p:nvPr/>
        </p:nvGrpSpPr>
        <p:grpSpPr>
          <a:xfrm>
            <a:off x="696541" y="1567369"/>
            <a:ext cx="65405" cy="130175"/>
            <a:chOff x="696541" y="1567369"/>
            <a:chExt cx="65405" cy="130175"/>
          </a:xfrm>
        </p:grpSpPr>
        <p:sp>
          <p:nvSpPr>
            <p:cNvPr id="792" name="object 792" descr=""/>
            <p:cNvSpPr/>
            <p:nvPr/>
          </p:nvSpPr>
          <p:spPr>
            <a:xfrm>
              <a:off x="697684" y="1568512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w="0" h="128905">
                  <a:moveTo>
                    <a:pt x="0" y="0"/>
                  </a:moveTo>
                  <a:lnTo>
                    <a:pt x="0" y="128778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 descr=""/>
            <p:cNvSpPr/>
            <p:nvPr/>
          </p:nvSpPr>
          <p:spPr>
            <a:xfrm>
              <a:off x="697684" y="1568512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 h="0">
                  <a:moveTo>
                    <a:pt x="6400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4" name="object 794" descr=""/>
          <p:cNvSpPr/>
          <p:nvPr/>
        </p:nvSpPr>
        <p:spPr>
          <a:xfrm>
            <a:off x="697684" y="1202752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5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5" name="object 795" descr=""/>
          <p:cNvSpPr/>
          <p:nvPr/>
        </p:nvSpPr>
        <p:spPr>
          <a:xfrm>
            <a:off x="3386020" y="2536252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6" name="object 796" descr=""/>
          <p:cNvSpPr/>
          <p:nvPr/>
        </p:nvSpPr>
        <p:spPr>
          <a:xfrm>
            <a:off x="4030672" y="5934010"/>
            <a:ext cx="0" cy="151130"/>
          </a:xfrm>
          <a:custGeom>
            <a:avLst/>
            <a:gdLst/>
            <a:ahLst/>
            <a:cxnLst/>
            <a:rect l="l" t="t" r="r" b="b"/>
            <a:pathLst>
              <a:path w="0" h="151129">
                <a:moveTo>
                  <a:pt x="0" y="0"/>
                </a:moveTo>
                <a:lnTo>
                  <a:pt x="0" y="15087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7" name="object 797" descr=""/>
          <p:cNvSpPr/>
          <p:nvPr/>
        </p:nvSpPr>
        <p:spPr>
          <a:xfrm>
            <a:off x="4762191" y="5719126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8" name="object 798" descr=""/>
          <p:cNvSpPr/>
          <p:nvPr/>
        </p:nvSpPr>
        <p:spPr>
          <a:xfrm>
            <a:off x="3987999" y="3848416"/>
            <a:ext cx="0" cy="300990"/>
          </a:xfrm>
          <a:custGeom>
            <a:avLst/>
            <a:gdLst/>
            <a:ahLst/>
            <a:cxnLst/>
            <a:rect l="l" t="t" r="r" b="b"/>
            <a:pathLst>
              <a:path w="0" h="300989">
                <a:moveTo>
                  <a:pt x="0" y="0"/>
                </a:moveTo>
                <a:lnTo>
                  <a:pt x="0" y="30099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9" name="object 799" descr=""/>
          <p:cNvSpPr/>
          <p:nvPr/>
        </p:nvSpPr>
        <p:spPr>
          <a:xfrm>
            <a:off x="4116778" y="3804982"/>
            <a:ext cx="0" cy="64769"/>
          </a:xfrm>
          <a:custGeom>
            <a:avLst/>
            <a:gdLst/>
            <a:ahLst/>
            <a:cxnLst/>
            <a:rect l="l" t="t" r="r" b="b"/>
            <a:pathLst>
              <a:path w="0" h="64770">
                <a:moveTo>
                  <a:pt x="0" y="0"/>
                </a:moveTo>
                <a:lnTo>
                  <a:pt x="0" y="64769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0" name="object 800" descr=""/>
          <p:cNvSpPr/>
          <p:nvPr/>
        </p:nvSpPr>
        <p:spPr>
          <a:xfrm>
            <a:off x="4525210" y="3804982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 h="0">
                <a:moveTo>
                  <a:pt x="0" y="0"/>
                </a:moveTo>
                <a:lnTo>
                  <a:pt x="10744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1" name="object 801" descr=""/>
          <p:cNvSpPr/>
          <p:nvPr/>
        </p:nvSpPr>
        <p:spPr>
          <a:xfrm>
            <a:off x="4632652" y="4105972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76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2" name="object 802" descr=""/>
          <p:cNvSpPr/>
          <p:nvPr/>
        </p:nvSpPr>
        <p:spPr>
          <a:xfrm>
            <a:off x="4977076" y="4105972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3" name="object 803" descr=""/>
          <p:cNvSpPr/>
          <p:nvPr/>
        </p:nvSpPr>
        <p:spPr>
          <a:xfrm>
            <a:off x="5019747" y="5719126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5" h="0">
                <a:moveTo>
                  <a:pt x="0" y="0"/>
                </a:moveTo>
                <a:lnTo>
                  <a:pt x="108204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4" name="object 804" descr=""/>
          <p:cNvSpPr/>
          <p:nvPr/>
        </p:nvSpPr>
        <p:spPr>
          <a:xfrm>
            <a:off x="4912305" y="4105972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5" name="object 805" descr=""/>
          <p:cNvSpPr/>
          <p:nvPr/>
        </p:nvSpPr>
        <p:spPr>
          <a:xfrm>
            <a:off x="4977076" y="4299520"/>
            <a:ext cx="0" cy="43815"/>
          </a:xfrm>
          <a:custGeom>
            <a:avLst/>
            <a:gdLst/>
            <a:ahLst/>
            <a:cxnLst/>
            <a:rect l="l" t="t" r="r" b="b"/>
            <a:pathLst>
              <a:path w="0" h="43814">
                <a:moveTo>
                  <a:pt x="0" y="0"/>
                </a:moveTo>
                <a:lnTo>
                  <a:pt x="0" y="43434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6" name="object 806" descr=""/>
          <p:cNvSpPr/>
          <p:nvPr/>
        </p:nvSpPr>
        <p:spPr>
          <a:xfrm>
            <a:off x="4977076" y="4105972"/>
            <a:ext cx="0" cy="64769"/>
          </a:xfrm>
          <a:custGeom>
            <a:avLst/>
            <a:gdLst/>
            <a:ahLst/>
            <a:cxnLst/>
            <a:rect l="l" t="t" r="r" b="b"/>
            <a:pathLst>
              <a:path w="0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7" name="object 807" descr=""/>
          <p:cNvSpPr/>
          <p:nvPr/>
        </p:nvSpPr>
        <p:spPr>
          <a:xfrm>
            <a:off x="3622240" y="3848416"/>
            <a:ext cx="128905" cy="257810"/>
          </a:xfrm>
          <a:custGeom>
            <a:avLst/>
            <a:gdLst/>
            <a:ahLst/>
            <a:cxnLst/>
            <a:rect l="l" t="t" r="r" b="b"/>
            <a:pathLst>
              <a:path w="128904" h="257810">
                <a:moveTo>
                  <a:pt x="0" y="257556"/>
                </a:moveTo>
                <a:lnTo>
                  <a:pt x="0" y="0"/>
                </a:lnTo>
                <a:lnTo>
                  <a:pt x="128777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08" name="object 808" descr=""/>
          <p:cNvGrpSpPr/>
          <p:nvPr/>
        </p:nvGrpSpPr>
        <p:grpSpPr>
          <a:xfrm>
            <a:off x="2653357" y="793177"/>
            <a:ext cx="196215" cy="260985"/>
            <a:chOff x="2653357" y="793177"/>
            <a:chExt cx="196215" cy="260985"/>
          </a:xfrm>
        </p:grpSpPr>
        <p:sp>
          <p:nvSpPr>
            <p:cNvPr id="809" name="object 809" descr=""/>
            <p:cNvSpPr/>
            <p:nvPr/>
          </p:nvSpPr>
          <p:spPr>
            <a:xfrm>
              <a:off x="2740606" y="1052638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69" h="0">
                  <a:moveTo>
                    <a:pt x="6476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 descr=""/>
            <p:cNvSpPr/>
            <p:nvPr/>
          </p:nvSpPr>
          <p:spPr>
            <a:xfrm>
              <a:off x="2654500" y="794320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4">
                  <a:moveTo>
                    <a:pt x="0" y="258317"/>
                  </a:moveTo>
                  <a:lnTo>
                    <a:pt x="86106" y="258317"/>
                  </a:lnTo>
                  <a:lnTo>
                    <a:pt x="86105" y="0"/>
                  </a:lnTo>
                  <a:lnTo>
                    <a:pt x="193547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1" name="object 811" descr=""/>
          <p:cNvSpPr/>
          <p:nvPr/>
        </p:nvSpPr>
        <p:spPr>
          <a:xfrm>
            <a:off x="3235144" y="1095310"/>
            <a:ext cx="0" cy="43815"/>
          </a:xfrm>
          <a:custGeom>
            <a:avLst/>
            <a:gdLst/>
            <a:ahLst/>
            <a:cxnLst/>
            <a:rect l="l" t="t" r="r" b="b"/>
            <a:pathLst>
              <a:path w="0" h="43815">
                <a:moveTo>
                  <a:pt x="0" y="0"/>
                </a:moveTo>
                <a:lnTo>
                  <a:pt x="0" y="43434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12" name="object 812" descr=""/>
          <p:cNvGrpSpPr/>
          <p:nvPr/>
        </p:nvGrpSpPr>
        <p:grpSpPr>
          <a:xfrm>
            <a:off x="2739463" y="1137601"/>
            <a:ext cx="66040" cy="130175"/>
            <a:chOff x="2739463" y="1137601"/>
            <a:chExt cx="66040" cy="130175"/>
          </a:xfrm>
        </p:grpSpPr>
        <p:sp>
          <p:nvSpPr>
            <p:cNvPr id="813" name="object 813" descr=""/>
            <p:cNvSpPr/>
            <p:nvPr/>
          </p:nvSpPr>
          <p:spPr>
            <a:xfrm>
              <a:off x="2740606" y="1138744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w="0" h="128905">
                  <a:moveTo>
                    <a:pt x="0" y="0"/>
                  </a:moveTo>
                  <a:lnTo>
                    <a:pt x="0" y="128778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 descr=""/>
            <p:cNvSpPr/>
            <p:nvPr/>
          </p:nvSpPr>
          <p:spPr>
            <a:xfrm>
              <a:off x="2740606" y="1138744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69" h="0">
                  <a:moveTo>
                    <a:pt x="6476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5" name="object 815" descr=""/>
          <p:cNvSpPr/>
          <p:nvPr/>
        </p:nvSpPr>
        <p:spPr>
          <a:xfrm>
            <a:off x="3235144" y="1439734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80">
                <a:moveTo>
                  <a:pt x="0" y="0"/>
                </a:moveTo>
                <a:lnTo>
                  <a:pt x="0" y="42672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6" name="object 816" descr=""/>
          <p:cNvSpPr/>
          <p:nvPr/>
        </p:nvSpPr>
        <p:spPr>
          <a:xfrm>
            <a:off x="3235144" y="1267522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80">
                <a:moveTo>
                  <a:pt x="0" y="0"/>
                </a:moveTo>
                <a:lnTo>
                  <a:pt x="0" y="42672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7" name="object 817" descr=""/>
          <p:cNvSpPr/>
          <p:nvPr/>
        </p:nvSpPr>
        <p:spPr>
          <a:xfrm>
            <a:off x="1084780" y="729550"/>
            <a:ext cx="0" cy="172720"/>
          </a:xfrm>
          <a:custGeom>
            <a:avLst/>
            <a:gdLst/>
            <a:ahLst/>
            <a:cxnLst/>
            <a:rect l="l" t="t" r="r" b="b"/>
            <a:pathLst>
              <a:path w="0" h="172719">
                <a:moveTo>
                  <a:pt x="0" y="0"/>
                </a:moveTo>
                <a:lnTo>
                  <a:pt x="0" y="172212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8" name="object 818" descr=""/>
          <p:cNvSpPr/>
          <p:nvPr/>
        </p:nvSpPr>
        <p:spPr>
          <a:xfrm>
            <a:off x="1020010" y="1525840"/>
            <a:ext cx="64769" cy="0"/>
          </a:xfrm>
          <a:custGeom>
            <a:avLst/>
            <a:gdLst/>
            <a:ahLst/>
            <a:cxnLst/>
            <a:rect l="l" t="t" r="r" b="b"/>
            <a:pathLst>
              <a:path w="64769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9" name="object 819" descr=""/>
          <p:cNvSpPr/>
          <p:nvPr/>
        </p:nvSpPr>
        <p:spPr>
          <a:xfrm>
            <a:off x="1084780" y="1031302"/>
            <a:ext cx="0" cy="171450"/>
          </a:xfrm>
          <a:custGeom>
            <a:avLst/>
            <a:gdLst/>
            <a:ahLst/>
            <a:cxnLst/>
            <a:rect l="l" t="t" r="r" b="b"/>
            <a:pathLst>
              <a:path w="0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0" name="object 820" descr=""/>
          <p:cNvSpPr/>
          <p:nvPr/>
        </p:nvSpPr>
        <p:spPr>
          <a:xfrm>
            <a:off x="1364434" y="729550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5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1" name="object 821" descr=""/>
          <p:cNvSpPr/>
          <p:nvPr/>
        </p:nvSpPr>
        <p:spPr>
          <a:xfrm>
            <a:off x="3020260" y="794320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106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22" name="object 822" descr=""/>
          <p:cNvGrpSpPr/>
          <p:nvPr/>
        </p:nvGrpSpPr>
        <p:grpSpPr>
          <a:xfrm>
            <a:off x="3062932" y="794320"/>
            <a:ext cx="172720" cy="302260"/>
            <a:chOff x="3062932" y="794320"/>
            <a:chExt cx="172720" cy="302260"/>
          </a:xfrm>
        </p:grpSpPr>
        <p:sp>
          <p:nvSpPr>
            <p:cNvPr id="823" name="object 823" descr=""/>
            <p:cNvSpPr/>
            <p:nvPr/>
          </p:nvSpPr>
          <p:spPr>
            <a:xfrm>
              <a:off x="3106366" y="1095310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5" h="0">
                  <a:moveTo>
                    <a:pt x="0" y="0"/>
                  </a:moveTo>
                  <a:lnTo>
                    <a:pt x="12877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 descr=""/>
            <p:cNvSpPr/>
            <p:nvPr/>
          </p:nvSpPr>
          <p:spPr>
            <a:xfrm>
              <a:off x="3106366" y="794320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w="0" h="300990">
                  <a:moveTo>
                    <a:pt x="0" y="0"/>
                  </a:moveTo>
                  <a:lnTo>
                    <a:pt x="0" y="30099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 descr=""/>
            <p:cNvSpPr/>
            <p:nvPr/>
          </p:nvSpPr>
          <p:spPr>
            <a:xfrm>
              <a:off x="3062932" y="1095310"/>
              <a:ext cx="43815" cy="0"/>
            </a:xfrm>
            <a:custGeom>
              <a:avLst/>
              <a:gdLst/>
              <a:ahLst/>
              <a:cxnLst/>
              <a:rect l="l" t="t" r="r" b="b"/>
              <a:pathLst>
                <a:path w="43814" h="0">
                  <a:moveTo>
                    <a:pt x="0" y="0"/>
                  </a:moveTo>
                  <a:lnTo>
                    <a:pt x="43434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6" name="object 826" descr=""/>
          <p:cNvSpPr/>
          <p:nvPr/>
        </p:nvSpPr>
        <p:spPr>
          <a:xfrm>
            <a:off x="1535884" y="1374964"/>
            <a:ext cx="43815" cy="0"/>
          </a:xfrm>
          <a:custGeom>
            <a:avLst/>
            <a:gdLst/>
            <a:ahLst/>
            <a:cxnLst/>
            <a:rect l="l" t="t" r="r" b="b"/>
            <a:pathLst>
              <a:path w="43815" h="0">
                <a:moveTo>
                  <a:pt x="0" y="0"/>
                </a:moveTo>
                <a:lnTo>
                  <a:pt x="43434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7" name="object 827" descr=""/>
          <p:cNvSpPr/>
          <p:nvPr/>
        </p:nvSpPr>
        <p:spPr>
          <a:xfrm>
            <a:off x="1471876" y="1202752"/>
            <a:ext cx="0" cy="107950"/>
          </a:xfrm>
          <a:custGeom>
            <a:avLst/>
            <a:gdLst/>
            <a:ahLst/>
            <a:cxnLst/>
            <a:rect l="l" t="t" r="r" b="b"/>
            <a:pathLst>
              <a:path w="0" h="107950">
                <a:moveTo>
                  <a:pt x="0" y="0"/>
                </a:moveTo>
                <a:lnTo>
                  <a:pt x="0" y="107442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8" name="object 828" descr=""/>
          <p:cNvSpPr/>
          <p:nvPr/>
        </p:nvSpPr>
        <p:spPr>
          <a:xfrm>
            <a:off x="1708096" y="1374964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434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9" name="object 829" descr=""/>
          <p:cNvSpPr/>
          <p:nvPr/>
        </p:nvSpPr>
        <p:spPr>
          <a:xfrm>
            <a:off x="4417767" y="859090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30" name="object 830" descr=""/>
          <p:cNvGrpSpPr/>
          <p:nvPr/>
        </p:nvGrpSpPr>
        <p:grpSpPr>
          <a:xfrm>
            <a:off x="4482538" y="1094167"/>
            <a:ext cx="236220" cy="108585"/>
            <a:chOff x="4482538" y="1094167"/>
            <a:chExt cx="236220" cy="108585"/>
          </a:xfrm>
        </p:grpSpPr>
        <p:sp>
          <p:nvSpPr>
            <p:cNvPr id="831" name="object 831" descr=""/>
            <p:cNvSpPr/>
            <p:nvPr/>
          </p:nvSpPr>
          <p:spPr>
            <a:xfrm>
              <a:off x="4482538" y="1095310"/>
              <a:ext cx="236220" cy="0"/>
            </a:xfrm>
            <a:custGeom>
              <a:avLst/>
              <a:gdLst/>
              <a:ahLst/>
              <a:cxnLst/>
              <a:rect l="l" t="t" r="r" b="b"/>
              <a:pathLst>
                <a:path w="236220" h="0">
                  <a:moveTo>
                    <a:pt x="0" y="0"/>
                  </a:moveTo>
                  <a:lnTo>
                    <a:pt x="128778" y="0"/>
                  </a:lnTo>
                  <a:lnTo>
                    <a:pt x="23622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 descr=""/>
            <p:cNvSpPr/>
            <p:nvPr/>
          </p:nvSpPr>
          <p:spPr>
            <a:xfrm>
              <a:off x="4611316" y="1095310"/>
              <a:ext cx="0" cy="107950"/>
            </a:xfrm>
            <a:custGeom>
              <a:avLst/>
              <a:gdLst/>
              <a:ahLst/>
              <a:cxnLst/>
              <a:rect l="l" t="t" r="r" b="b"/>
              <a:pathLst>
                <a:path w="0" h="107950">
                  <a:moveTo>
                    <a:pt x="0" y="1074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3" name="object 833" descr=""/>
          <p:cNvSpPr/>
          <p:nvPr/>
        </p:nvSpPr>
        <p:spPr>
          <a:xfrm>
            <a:off x="4611316" y="1332292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4">
                <a:moveTo>
                  <a:pt x="0" y="0"/>
                </a:moveTo>
                <a:lnTo>
                  <a:pt x="0" y="64008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4" name="object 834" descr=""/>
          <p:cNvSpPr/>
          <p:nvPr/>
        </p:nvSpPr>
        <p:spPr>
          <a:xfrm>
            <a:off x="3493461" y="4105972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5" name="object 835" descr=""/>
          <p:cNvSpPr/>
          <p:nvPr/>
        </p:nvSpPr>
        <p:spPr>
          <a:xfrm>
            <a:off x="3493461" y="3848416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6" name="object 836" descr=""/>
          <p:cNvSpPr/>
          <p:nvPr/>
        </p:nvSpPr>
        <p:spPr>
          <a:xfrm>
            <a:off x="3664911" y="4192078"/>
            <a:ext cx="0" cy="129539"/>
          </a:xfrm>
          <a:custGeom>
            <a:avLst/>
            <a:gdLst/>
            <a:ahLst/>
            <a:cxnLst/>
            <a:rect l="l" t="t" r="r" b="b"/>
            <a:pathLst>
              <a:path w="0" h="129539">
                <a:moveTo>
                  <a:pt x="0" y="129539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7" name="object 837" descr=""/>
          <p:cNvSpPr/>
          <p:nvPr/>
        </p:nvSpPr>
        <p:spPr>
          <a:xfrm>
            <a:off x="3386020" y="2794570"/>
            <a:ext cx="0" cy="300990"/>
          </a:xfrm>
          <a:custGeom>
            <a:avLst/>
            <a:gdLst/>
            <a:ahLst/>
            <a:cxnLst/>
            <a:rect l="l" t="t" r="r" b="b"/>
            <a:pathLst>
              <a:path w="0" h="300989">
                <a:moveTo>
                  <a:pt x="0" y="0"/>
                </a:moveTo>
                <a:lnTo>
                  <a:pt x="0" y="30099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8" name="object 838" descr=""/>
          <p:cNvSpPr/>
          <p:nvPr/>
        </p:nvSpPr>
        <p:spPr>
          <a:xfrm>
            <a:off x="2482288" y="2708464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 h="0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9" name="object 839" descr=""/>
          <p:cNvSpPr/>
          <p:nvPr/>
        </p:nvSpPr>
        <p:spPr>
          <a:xfrm>
            <a:off x="2740605" y="2708464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5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0" name="object 840" descr=""/>
          <p:cNvSpPr/>
          <p:nvPr/>
        </p:nvSpPr>
        <p:spPr>
          <a:xfrm>
            <a:off x="3127702" y="2966782"/>
            <a:ext cx="0" cy="128905"/>
          </a:xfrm>
          <a:custGeom>
            <a:avLst/>
            <a:gdLst/>
            <a:ahLst/>
            <a:cxnLst/>
            <a:rect l="l" t="t" r="r" b="b"/>
            <a:pathLst>
              <a:path w="0" h="128905">
                <a:moveTo>
                  <a:pt x="0" y="128778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1" name="object 841" descr=""/>
          <p:cNvSpPr/>
          <p:nvPr/>
        </p:nvSpPr>
        <p:spPr>
          <a:xfrm>
            <a:off x="3127702" y="2708464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2" name="object 842" descr=""/>
          <p:cNvSpPr/>
          <p:nvPr/>
        </p:nvSpPr>
        <p:spPr>
          <a:xfrm>
            <a:off x="3880558" y="3848416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 h="0">
                <a:moveTo>
                  <a:pt x="0" y="0"/>
                </a:moveTo>
                <a:lnTo>
                  <a:pt x="10744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3" name="object 843" descr=""/>
          <p:cNvSpPr/>
          <p:nvPr/>
        </p:nvSpPr>
        <p:spPr>
          <a:xfrm>
            <a:off x="4116778" y="3998530"/>
            <a:ext cx="151130" cy="64769"/>
          </a:xfrm>
          <a:custGeom>
            <a:avLst/>
            <a:gdLst/>
            <a:ahLst/>
            <a:cxnLst/>
            <a:rect l="l" t="t" r="r" b="b"/>
            <a:pathLst>
              <a:path w="151129" h="64770">
                <a:moveTo>
                  <a:pt x="0" y="64770"/>
                </a:moveTo>
                <a:lnTo>
                  <a:pt x="150876" y="64770"/>
                </a:lnTo>
              </a:path>
              <a:path w="151129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4" name="object 844" descr=""/>
          <p:cNvSpPr/>
          <p:nvPr/>
        </p:nvSpPr>
        <p:spPr>
          <a:xfrm>
            <a:off x="3987999" y="4149406"/>
            <a:ext cx="322580" cy="0"/>
          </a:xfrm>
          <a:custGeom>
            <a:avLst/>
            <a:gdLst/>
            <a:ahLst/>
            <a:cxnLst/>
            <a:rect l="l" t="t" r="r" b="b"/>
            <a:pathLst>
              <a:path w="322579" h="0">
                <a:moveTo>
                  <a:pt x="0" y="0"/>
                </a:moveTo>
                <a:lnTo>
                  <a:pt x="322326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45" name="object 845" descr=""/>
          <p:cNvGrpSpPr/>
          <p:nvPr/>
        </p:nvGrpSpPr>
        <p:grpSpPr>
          <a:xfrm>
            <a:off x="4266510" y="3803839"/>
            <a:ext cx="130175" cy="259715"/>
            <a:chOff x="4266510" y="3803839"/>
            <a:chExt cx="130175" cy="259715"/>
          </a:xfrm>
        </p:grpSpPr>
        <p:sp>
          <p:nvSpPr>
            <p:cNvPr id="846" name="object 846" descr=""/>
            <p:cNvSpPr/>
            <p:nvPr/>
          </p:nvSpPr>
          <p:spPr>
            <a:xfrm>
              <a:off x="4267653" y="3804982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4" h="0">
                  <a:moveTo>
                    <a:pt x="0" y="0"/>
                  </a:moveTo>
                  <a:lnTo>
                    <a:pt x="12877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 descr=""/>
            <p:cNvSpPr/>
            <p:nvPr/>
          </p:nvSpPr>
          <p:spPr>
            <a:xfrm>
              <a:off x="4267653" y="3804982"/>
              <a:ext cx="0" cy="258445"/>
            </a:xfrm>
            <a:custGeom>
              <a:avLst/>
              <a:gdLst/>
              <a:ahLst/>
              <a:cxnLst/>
              <a:rect l="l" t="t" r="r" b="b"/>
              <a:pathLst>
                <a:path w="0" h="258445">
                  <a:moveTo>
                    <a:pt x="0" y="2583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8" name="object 848" descr=""/>
          <p:cNvSpPr/>
          <p:nvPr/>
        </p:nvSpPr>
        <p:spPr>
          <a:xfrm>
            <a:off x="4632652" y="3804982"/>
            <a:ext cx="0" cy="300990"/>
          </a:xfrm>
          <a:custGeom>
            <a:avLst/>
            <a:gdLst/>
            <a:ahLst/>
            <a:cxnLst/>
            <a:rect l="l" t="t" r="r" b="b"/>
            <a:pathLst>
              <a:path w="0" h="300989">
                <a:moveTo>
                  <a:pt x="0" y="0"/>
                </a:moveTo>
                <a:lnTo>
                  <a:pt x="0" y="30099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9" name="object 849" descr=""/>
          <p:cNvSpPr/>
          <p:nvPr/>
        </p:nvSpPr>
        <p:spPr>
          <a:xfrm>
            <a:off x="1385770" y="5460808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86105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0" name="object 850" descr=""/>
          <p:cNvSpPr/>
          <p:nvPr/>
        </p:nvSpPr>
        <p:spPr>
          <a:xfrm>
            <a:off x="1127452" y="5460808"/>
            <a:ext cx="0" cy="193675"/>
          </a:xfrm>
          <a:custGeom>
            <a:avLst/>
            <a:gdLst/>
            <a:ahLst/>
            <a:cxnLst/>
            <a:rect l="l" t="t" r="r" b="b"/>
            <a:pathLst>
              <a:path w="0" h="193675">
                <a:moveTo>
                  <a:pt x="0" y="0"/>
                </a:moveTo>
                <a:lnTo>
                  <a:pt x="0" y="193547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1" name="object 851" descr=""/>
          <p:cNvSpPr/>
          <p:nvPr/>
        </p:nvSpPr>
        <p:spPr>
          <a:xfrm>
            <a:off x="1385770" y="5418136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5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2" name="object 852" descr=""/>
          <p:cNvSpPr/>
          <p:nvPr/>
        </p:nvSpPr>
        <p:spPr>
          <a:xfrm>
            <a:off x="676348" y="5439472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89">
                <a:moveTo>
                  <a:pt x="0" y="0"/>
                </a:moveTo>
                <a:lnTo>
                  <a:pt x="0" y="21335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3" name="object 853" descr=""/>
          <p:cNvSpPr/>
          <p:nvPr/>
        </p:nvSpPr>
        <p:spPr>
          <a:xfrm>
            <a:off x="676348" y="5289358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89">
                <a:moveTo>
                  <a:pt x="0" y="0"/>
                </a:moveTo>
                <a:lnTo>
                  <a:pt x="0" y="21335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4" name="object 854" descr=""/>
          <p:cNvSpPr/>
          <p:nvPr/>
        </p:nvSpPr>
        <p:spPr>
          <a:xfrm>
            <a:off x="869896" y="5117146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5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5" name="object 855" descr=""/>
          <p:cNvSpPr/>
          <p:nvPr/>
        </p:nvSpPr>
        <p:spPr>
          <a:xfrm>
            <a:off x="740356" y="5374702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6" name="object 856" descr=""/>
          <p:cNvSpPr/>
          <p:nvPr/>
        </p:nvSpPr>
        <p:spPr>
          <a:xfrm>
            <a:off x="933904" y="5374702"/>
            <a:ext cx="64769" cy="0"/>
          </a:xfrm>
          <a:custGeom>
            <a:avLst/>
            <a:gdLst/>
            <a:ahLst/>
            <a:cxnLst/>
            <a:rect l="l" t="t" r="r" b="b"/>
            <a:pathLst>
              <a:path w="64769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7" name="object 857" descr=""/>
          <p:cNvSpPr/>
          <p:nvPr/>
        </p:nvSpPr>
        <p:spPr>
          <a:xfrm>
            <a:off x="998674" y="5590348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58" name="object 858" descr=""/>
          <p:cNvGrpSpPr/>
          <p:nvPr/>
        </p:nvGrpSpPr>
        <p:grpSpPr>
          <a:xfrm>
            <a:off x="997531" y="5373559"/>
            <a:ext cx="130175" cy="87630"/>
            <a:chOff x="997531" y="5373559"/>
            <a:chExt cx="130175" cy="87630"/>
          </a:xfrm>
        </p:grpSpPr>
        <p:sp>
          <p:nvSpPr>
            <p:cNvPr id="859" name="object 859" descr=""/>
            <p:cNvSpPr/>
            <p:nvPr/>
          </p:nvSpPr>
          <p:spPr>
            <a:xfrm>
              <a:off x="998674" y="5374702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5" h="0">
                  <a:moveTo>
                    <a:pt x="0" y="0"/>
                  </a:moveTo>
                  <a:lnTo>
                    <a:pt x="12877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 descr=""/>
            <p:cNvSpPr/>
            <p:nvPr/>
          </p:nvSpPr>
          <p:spPr>
            <a:xfrm>
              <a:off x="998674" y="5374702"/>
              <a:ext cx="0" cy="86360"/>
            </a:xfrm>
            <a:custGeom>
              <a:avLst/>
              <a:gdLst/>
              <a:ahLst/>
              <a:cxnLst/>
              <a:rect l="l" t="t" r="r" b="b"/>
              <a:pathLst>
                <a:path w="0" h="86360">
                  <a:moveTo>
                    <a:pt x="0" y="861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1" name="object 861" descr=""/>
          <p:cNvSpPr/>
          <p:nvPr/>
        </p:nvSpPr>
        <p:spPr>
          <a:xfrm>
            <a:off x="998674" y="5117146"/>
            <a:ext cx="215265" cy="64135"/>
          </a:xfrm>
          <a:custGeom>
            <a:avLst/>
            <a:gdLst/>
            <a:ahLst/>
            <a:cxnLst/>
            <a:rect l="l" t="t" r="r" b="b"/>
            <a:pathLst>
              <a:path w="215265" h="64135">
                <a:moveTo>
                  <a:pt x="0" y="0"/>
                </a:moveTo>
                <a:lnTo>
                  <a:pt x="214884" y="0"/>
                </a:lnTo>
              </a:path>
              <a:path w="215265" h="64135">
                <a:moveTo>
                  <a:pt x="0" y="0"/>
                </a:moveTo>
                <a:lnTo>
                  <a:pt x="0" y="64008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62" name="object 862" descr=""/>
          <p:cNvGrpSpPr/>
          <p:nvPr/>
        </p:nvGrpSpPr>
        <p:grpSpPr>
          <a:xfrm>
            <a:off x="1514548" y="5332030"/>
            <a:ext cx="194945" cy="87630"/>
            <a:chOff x="1514548" y="5332030"/>
            <a:chExt cx="194945" cy="87630"/>
          </a:xfrm>
        </p:grpSpPr>
        <p:sp>
          <p:nvSpPr>
            <p:cNvPr id="863" name="object 863" descr=""/>
            <p:cNvSpPr/>
            <p:nvPr/>
          </p:nvSpPr>
          <p:spPr>
            <a:xfrm>
              <a:off x="1708096" y="5332030"/>
              <a:ext cx="0" cy="86360"/>
            </a:xfrm>
            <a:custGeom>
              <a:avLst/>
              <a:gdLst/>
              <a:ahLst/>
              <a:cxnLst/>
              <a:rect l="l" t="t" r="r" b="b"/>
              <a:pathLst>
                <a:path w="0" h="86360">
                  <a:moveTo>
                    <a:pt x="0" y="861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4" name="object 864" descr=""/>
            <p:cNvSpPr/>
            <p:nvPr/>
          </p:nvSpPr>
          <p:spPr>
            <a:xfrm>
              <a:off x="1514548" y="5418136"/>
              <a:ext cx="193675" cy="0"/>
            </a:xfrm>
            <a:custGeom>
              <a:avLst/>
              <a:gdLst/>
              <a:ahLst/>
              <a:cxnLst/>
              <a:rect l="l" t="t" r="r" b="b"/>
              <a:pathLst>
                <a:path w="193675" h="0">
                  <a:moveTo>
                    <a:pt x="0" y="0"/>
                  </a:moveTo>
                  <a:lnTo>
                    <a:pt x="19354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5" name="object 865" descr=""/>
          <p:cNvSpPr/>
          <p:nvPr/>
        </p:nvSpPr>
        <p:spPr>
          <a:xfrm>
            <a:off x="1708096" y="5117146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86106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6" name="object 866" descr=""/>
          <p:cNvSpPr/>
          <p:nvPr/>
        </p:nvSpPr>
        <p:spPr>
          <a:xfrm>
            <a:off x="1342335" y="5117146"/>
            <a:ext cx="172720" cy="0"/>
          </a:xfrm>
          <a:custGeom>
            <a:avLst/>
            <a:gdLst/>
            <a:ahLst/>
            <a:cxnLst/>
            <a:rect l="l" t="t" r="r" b="b"/>
            <a:pathLst>
              <a:path w="172719" h="0">
                <a:moveTo>
                  <a:pt x="0" y="0"/>
                </a:moveTo>
                <a:lnTo>
                  <a:pt x="17221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7" name="object 867" descr=""/>
          <p:cNvSpPr/>
          <p:nvPr/>
        </p:nvSpPr>
        <p:spPr>
          <a:xfrm>
            <a:off x="998674" y="5310694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5">
                <a:moveTo>
                  <a:pt x="0" y="0"/>
                </a:moveTo>
                <a:lnTo>
                  <a:pt x="0" y="64008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8" name="object 868" descr=""/>
          <p:cNvSpPr/>
          <p:nvPr/>
        </p:nvSpPr>
        <p:spPr>
          <a:xfrm>
            <a:off x="1514548" y="5117146"/>
            <a:ext cx="0" cy="300990"/>
          </a:xfrm>
          <a:custGeom>
            <a:avLst/>
            <a:gdLst/>
            <a:ahLst/>
            <a:cxnLst/>
            <a:rect l="l" t="t" r="r" b="b"/>
            <a:pathLst>
              <a:path w="0" h="300989">
                <a:moveTo>
                  <a:pt x="0" y="0"/>
                </a:moveTo>
                <a:lnTo>
                  <a:pt x="0" y="30099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9" name="object 869" descr=""/>
          <p:cNvSpPr/>
          <p:nvPr/>
        </p:nvSpPr>
        <p:spPr>
          <a:xfrm>
            <a:off x="1708096" y="5418136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 h="0">
                <a:moveTo>
                  <a:pt x="0" y="0"/>
                </a:moveTo>
                <a:lnTo>
                  <a:pt x="10744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0" name="object 870" descr=""/>
          <p:cNvSpPr/>
          <p:nvPr/>
        </p:nvSpPr>
        <p:spPr>
          <a:xfrm>
            <a:off x="3664911" y="4987606"/>
            <a:ext cx="0" cy="129539"/>
          </a:xfrm>
          <a:custGeom>
            <a:avLst/>
            <a:gdLst/>
            <a:ahLst/>
            <a:cxnLst/>
            <a:rect l="l" t="t" r="r" b="b"/>
            <a:pathLst>
              <a:path w="0" h="129539">
                <a:moveTo>
                  <a:pt x="0" y="129539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1" name="object 871" descr=""/>
          <p:cNvSpPr/>
          <p:nvPr/>
        </p:nvSpPr>
        <p:spPr>
          <a:xfrm>
            <a:off x="3493461" y="4923598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89">
                <a:moveTo>
                  <a:pt x="0" y="21336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2" name="object 872" descr=""/>
          <p:cNvSpPr/>
          <p:nvPr/>
        </p:nvSpPr>
        <p:spPr>
          <a:xfrm>
            <a:off x="3729682" y="4902262"/>
            <a:ext cx="107950" cy="21590"/>
          </a:xfrm>
          <a:custGeom>
            <a:avLst/>
            <a:gdLst/>
            <a:ahLst/>
            <a:cxnLst/>
            <a:rect l="l" t="t" r="r" b="b"/>
            <a:pathLst>
              <a:path w="107950" h="21589">
                <a:moveTo>
                  <a:pt x="107441" y="0"/>
                </a:moveTo>
                <a:lnTo>
                  <a:pt x="107441" y="21336"/>
                </a:lnTo>
                <a:lnTo>
                  <a:pt x="0" y="21336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3" name="object 873" descr=""/>
          <p:cNvSpPr/>
          <p:nvPr/>
        </p:nvSpPr>
        <p:spPr>
          <a:xfrm>
            <a:off x="3493461" y="4923598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 h="0">
                <a:moveTo>
                  <a:pt x="0" y="0"/>
                </a:moveTo>
                <a:lnTo>
                  <a:pt x="10744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74" name="object 874" descr=""/>
          <p:cNvGrpSpPr/>
          <p:nvPr/>
        </p:nvGrpSpPr>
        <p:grpSpPr>
          <a:xfrm>
            <a:off x="3556327" y="5373559"/>
            <a:ext cx="109855" cy="260985"/>
            <a:chOff x="3556327" y="5373559"/>
            <a:chExt cx="109855" cy="260985"/>
          </a:xfrm>
        </p:grpSpPr>
        <p:sp>
          <p:nvSpPr>
            <p:cNvPr id="875" name="object 875" descr=""/>
            <p:cNvSpPr/>
            <p:nvPr/>
          </p:nvSpPr>
          <p:spPr>
            <a:xfrm>
              <a:off x="3557470" y="5374702"/>
              <a:ext cx="107950" cy="258445"/>
            </a:xfrm>
            <a:custGeom>
              <a:avLst/>
              <a:gdLst/>
              <a:ahLst/>
              <a:cxnLst/>
              <a:rect l="l" t="t" r="r" b="b"/>
              <a:pathLst>
                <a:path w="107950" h="258445">
                  <a:moveTo>
                    <a:pt x="0" y="258318"/>
                  </a:moveTo>
                  <a:lnTo>
                    <a:pt x="107442" y="258318"/>
                  </a:lnTo>
                  <a:lnTo>
                    <a:pt x="107441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6" name="object 876" descr=""/>
            <p:cNvSpPr/>
            <p:nvPr/>
          </p:nvSpPr>
          <p:spPr>
            <a:xfrm>
              <a:off x="3557470" y="5374702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442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7" name="object 877" descr=""/>
          <p:cNvSpPr/>
          <p:nvPr/>
        </p:nvSpPr>
        <p:spPr>
          <a:xfrm>
            <a:off x="3235144" y="4105972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8" name="object 878" descr=""/>
          <p:cNvSpPr/>
          <p:nvPr/>
        </p:nvSpPr>
        <p:spPr>
          <a:xfrm>
            <a:off x="3622240" y="4105972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 h="0">
                <a:moveTo>
                  <a:pt x="0" y="0"/>
                </a:moveTo>
                <a:lnTo>
                  <a:pt x="4267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9" name="object 879" descr=""/>
          <p:cNvSpPr/>
          <p:nvPr/>
        </p:nvSpPr>
        <p:spPr>
          <a:xfrm>
            <a:off x="3299914" y="5374702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0" name="object 880" descr=""/>
          <p:cNvSpPr/>
          <p:nvPr/>
        </p:nvSpPr>
        <p:spPr>
          <a:xfrm>
            <a:off x="3299914" y="5633020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1" name="object 881" descr=""/>
          <p:cNvSpPr/>
          <p:nvPr/>
        </p:nvSpPr>
        <p:spPr>
          <a:xfrm>
            <a:off x="3299914" y="5374702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098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2" name="object 882" descr=""/>
          <p:cNvSpPr/>
          <p:nvPr/>
        </p:nvSpPr>
        <p:spPr>
          <a:xfrm>
            <a:off x="1320999" y="4149406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64769" y="0"/>
                </a:lnTo>
                <a:lnTo>
                  <a:pt x="12953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3" name="object 883" descr=""/>
          <p:cNvSpPr/>
          <p:nvPr/>
        </p:nvSpPr>
        <p:spPr>
          <a:xfrm>
            <a:off x="1385770" y="4364290"/>
            <a:ext cx="0" cy="64769"/>
          </a:xfrm>
          <a:custGeom>
            <a:avLst/>
            <a:gdLst/>
            <a:ahLst/>
            <a:cxnLst/>
            <a:rect l="l" t="t" r="r" b="b"/>
            <a:pathLst>
              <a:path w="0" h="64770">
                <a:moveTo>
                  <a:pt x="0" y="0"/>
                </a:moveTo>
                <a:lnTo>
                  <a:pt x="0" y="64769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4" name="object 884" descr=""/>
          <p:cNvSpPr/>
          <p:nvPr/>
        </p:nvSpPr>
        <p:spPr>
          <a:xfrm>
            <a:off x="1385770" y="4149406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86105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5" name="object 885" descr=""/>
          <p:cNvSpPr/>
          <p:nvPr/>
        </p:nvSpPr>
        <p:spPr>
          <a:xfrm>
            <a:off x="611578" y="3891088"/>
            <a:ext cx="64769" cy="237490"/>
          </a:xfrm>
          <a:custGeom>
            <a:avLst/>
            <a:gdLst/>
            <a:ahLst/>
            <a:cxnLst/>
            <a:rect l="l" t="t" r="r" b="b"/>
            <a:pathLst>
              <a:path w="64770" h="237489">
                <a:moveTo>
                  <a:pt x="0" y="236981"/>
                </a:moveTo>
                <a:lnTo>
                  <a:pt x="0" y="0"/>
                </a:ln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6" name="object 886" descr=""/>
          <p:cNvSpPr/>
          <p:nvPr/>
        </p:nvSpPr>
        <p:spPr>
          <a:xfrm>
            <a:off x="933904" y="3848416"/>
            <a:ext cx="43815" cy="0"/>
          </a:xfrm>
          <a:custGeom>
            <a:avLst/>
            <a:gdLst/>
            <a:ahLst/>
            <a:cxnLst/>
            <a:rect l="l" t="t" r="r" b="b"/>
            <a:pathLst>
              <a:path w="43815" h="0">
                <a:moveTo>
                  <a:pt x="0" y="0"/>
                </a:moveTo>
                <a:lnTo>
                  <a:pt x="43434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7" name="object 887" descr=""/>
          <p:cNvSpPr/>
          <p:nvPr/>
        </p:nvSpPr>
        <p:spPr>
          <a:xfrm>
            <a:off x="611578" y="3804982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6477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8" name="object 888" descr=""/>
          <p:cNvSpPr/>
          <p:nvPr/>
        </p:nvSpPr>
        <p:spPr>
          <a:xfrm>
            <a:off x="611578" y="412807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59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89" name="object 889" descr=""/>
          <p:cNvGrpSpPr/>
          <p:nvPr/>
        </p:nvGrpSpPr>
        <p:grpSpPr>
          <a:xfrm>
            <a:off x="1900501" y="3889945"/>
            <a:ext cx="66040" cy="66040"/>
            <a:chOff x="1900501" y="3889945"/>
            <a:chExt cx="66040" cy="66040"/>
          </a:xfrm>
        </p:grpSpPr>
        <p:sp>
          <p:nvSpPr>
            <p:cNvPr id="890" name="object 890" descr=""/>
            <p:cNvSpPr/>
            <p:nvPr/>
          </p:nvSpPr>
          <p:spPr>
            <a:xfrm>
              <a:off x="1901644" y="3891088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69" h="0">
                  <a:moveTo>
                    <a:pt x="0" y="0"/>
                  </a:moveTo>
                  <a:lnTo>
                    <a:pt x="64769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1" name="object 891" descr=""/>
            <p:cNvSpPr/>
            <p:nvPr/>
          </p:nvSpPr>
          <p:spPr>
            <a:xfrm>
              <a:off x="1901644" y="3891088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w="0" h="64770">
                  <a:moveTo>
                    <a:pt x="0" y="6476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2" name="object 892" descr=""/>
          <p:cNvSpPr/>
          <p:nvPr/>
        </p:nvSpPr>
        <p:spPr>
          <a:xfrm>
            <a:off x="1901644" y="4084636"/>
            <a:ext cx="0" cy="43815"/>
          </a:xfrm>
          <a:custGeom>
            <a:avLst/>
            <a:gdLst/>
            <a:ahLst/>
            <a:cxnLst/>
            <a:rect l="l" t="t" r="r" b="b"/>
            <a:pathLst>
              <a:path w="0" h="43814">
                <a:moveTo>
                  <a:pt x="0" y="0"/>
                </a:moveTo>
                <a:lnTo>
                  <a:pt x="0" y="43434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3" name="object 893" descr=""/>
          <p:cNvSpPr/>
          <p:nvPr/>
        </p:nvSpPr>
        <p:spPr>
          <a:xfrm>
            <a:off x="1837636" y="3891088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400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94" name="object 894" descr=""/>
          <p:cNvGrpSpPr/>
          <p:nvPr/>
        </p:nvGrpSpPr>
        <p:grpSpPr>
          <a:xfrm>
            <a:off x="1579318" y="3889945"/>
            <a:ext cx="128905" cy="260985"/>
            <a:chOff x="1579318" y="3889945"/>
            <a:chExt cx="128905" cy="260985"/>
          </a:xfrm>
        </p:grpSpPr>
        <p:sp>
          <p:nvSpPr>
            <p:cNvPr id="895" name="object 895" descr=""/>
            <p:cNvSpPr/>
            <p:nvPr/>
          </p:nvSpPr>
          <p:spPr>
            <a:xfrm>
              <a:off x="1644088" y="414940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 h="0">
                  <a:moveTo>
                    <a:pt x="0" y="0"/>
                  </a:moveTo>
                  <a:lnTo>
                    <a:pt x="6400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6" name="object 896" descr=""/>
            <p:cNvSpPr/>
            <p:nvPr/>
          </p:nvSpPr>
          <p:spPr>
            <a:xfrm>
              <a:off x="1579318" y="4149406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69" h="0">
                  <a:moveTo>
                    <a:pt x="0" y="0"/>
                  </a:moveTo>
                  <a:lnTo>
                    <a:pt x="64769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7" name="object 897" descr=""/>
            <p:cNvSpPr/>
            <p:nvPr/>
          </p:nvSpPr>
          <p:spPr>
            <a:xfrm>
              <a:off x="1644088" y="3891088"/>
              <a:ext cx="64135" cy="258445"/>
            </a:xfrm>
            <a:custGeom>
              <a:avLst/>
              <a:gdLst/>
              <a:ahLst/>
              <a:cxnLst/>
              <a:rect l="l" t="t" r="r" b="b"/>
              <a:pathLst>
                <a:path w="64135" h="258445">
                  <a:moveTo>
                    <a:pt x="0" y="0"/>
                  </a:moveTo>
                  <a:lnTo>
                    <a:pt x="0" y="258318"/>
                  </a:lnTo>
                </a:path>
                <a:path w="64135" h="258445">
                  <a:moveTo>
                    <a:pt x="0" y="0"/>
                  </a:moveTo>
                  <a:lnTo>
                    <a:pt x="6400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8" name="object 898" descr=""/>
          <p:cNvGrpSpPr/>
          <p:nvPr/>
        </p:nvGrpSpPr>
        <p:grpSpPr>
          <a:xfrm>
            <a:off x="976195" y="3847273"/>
            <a:ext cx="410845" cy="303530"/>
            <a:chOff x="976195" y="3847273"/>
            <a:chExt cx="410845" cy="303530"/>
          </a:xfrm>
        </p:grpSpPr>
        <p:sp>
          <p:nvSpPr>
            <p:cNvPr id="899" name="object 899" descr=""/>
            <p:cNvSpPr/>
            <p:nvPr/>
          </p:nvSpPr>
          <p:spPr>
            <a:xfrm>
              <a:off x="1127452" y="4149406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69" h="0">
                  <a:moveTo>
                    <a:pt x="0" y="0"/>
                  </a:moveTo>
                  <a:lnTo>
                    <a:pt x="64769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0" name="object 900" descr=""/>
            <p:cNvSpPr/>
            <p:nvPr/>
          </p:nvSpPr>
          <p:spPr>
            <a:xfrm>
              <a:off x="1127452" y="4084636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w="0" h="64770">
                  <a:moveTo>
                    <a:pt x="0" y="0"/>
                  </a:moveTo>
                  <a:lnTo>
                    <a:pt x="0" y="64769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1" name="object 901" descr=""/>
            <p:cNvSpPr/>
            <p:nvPr/>
          </p:nvSpPr>
          <p:spPr>
            <a:xfrm>
              <a:off x="977338" y="3848416"/>
              <a:ext cx="408940" cy="280035"/>
            </a:xfrm>
            <a:custGeom>
              <a:avLst/>
              <a:gdLst/>
              <a:ahLst/>
              <a:cxnLst/>
              <a:rect l="l" t="t" r="r" b="b"/>
              <a:pathLst>
                <a:path w="408940" h="280035">
                  <a:moveTo>
                    <a:pt x="0" y="279654"/>
                  </a:moveTo>
                  <a:lnTo>
                    <a:pt x="0" y="0"/>
                  </a:lnTo>
                  <a:lnTo>
                    <a:pt x="408431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2" name="object 902" descr=""/>
            <p:cNvSpPr/>
            <p:nvPr/>
          </p:nvSpPr>
          <p:spPr>
            <a:xfrm>
              <a:off x="1385770" y="3934522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w="0" h="215264">
                  <a:moveTo>
                    <a:pt x="0" y="0"/>
                  </a:moveTo>
                  <a:lnTo>
                    <a:pt x="0" y="214884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3" name="object 903" descr=""/>
          <p:cNvSpPr/>
          <p:nvPr/>
        </p:nvSpPr>
        <p:spPr>
          <a:xfrm>
            <a:off x="4267653" y="4063300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 h="0">
                <a:moveTo>
                  <a:pt x="0" y="0"/>
                </a:moveTo>
                <a:lnTo>
                  <a:pt x="42672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4" name="object 904" descr=""/>
          <p:cNvSpPr/>
          <p:nvPr/>
        </p:nvSpPr>
        <p:spPr>
          <a:xfrm>
            <a:off x="4568644" y="4105972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400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5" name="object 905" descr=""/>
          <p:cNvSpPr/>
          <p:nvPr/>
        </p:nvSpPr>
        <p:spPr>
          <a:xfrm>
            <a:off x="3923229" y="4149406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06" name="object 906" descr=""/>
          <p:cNvGrpSpPr/>
          <p:nvPr/>
        </p:nvGrpSpPr>
        <p:grpSpPr>
          <a:xfrm>
            <a:off x="4288990" y="5416993"/>
            <a:ext cx="151765" cy="260985"/>
            <a:chOff x="4288990" y="5416993"/>
            <a:chExt cx="151765" cy="260985"/>
          </a:xfrm>
        </p:grpSpPr>
        <p:sp>
          <p:nvSpPr>
            <p:cNvPr id="907" name="object 907" descr=""/>
            <p:cNvSpPr/>
            <p:nvPr/>
          </p:nvSpPr>
          <p:spPr>
            <a:xfrm>
              <a:off x="4396432" y="5418136"/>
              <a:ext cx="43180" cy="258445"/>
            </a:xfrm>
            <a:custGeom>
              <a:avLst/>
              <a:gdLst/>
              <a:ahLst/>
              <a:cxnLst/>
              <a:rect l="l" t="t" r="r" b="b"/>
              <a:pathLst>
                <a:path w="43179" h="258445">
                  <a:moveTo>
                    <a:pt x="0" y="0"/>
                  </a:moveTo>
                  <a:lnTo>
                    <a:pt x="0" y="258317"/>
                  </a:lnTo>
                  <a:lnTo>
                    <a:pt x="42672" y="258317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8" name="object 908" descr=""/>
            <p:cNvSpPr/>
            <p:nvPr/>
          </p:nvSpPr>
          <p:spPr>
            <a:xfrm>
              <a:off x="4288990" y="5676454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442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9" name="object 909" descr=""/>
          <p:cNvSpPr/>
          <p:nvPr/>
        </p:nvSpPr>
        <p:spPr>
          <a:xfrm>
            <a:off x="3664911" y="5633020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434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0" name="object 910" descr=""/>
          <p:cNvSpPr/>
          <p:nvPr/>
        </p:nvSpPr>
        <p:spPr>
          <a:xfrm>
            <a:off x="3664911" y="5719126"/>
            <a:ext cx="43815" cy="64769"/>
          </a:xfrm>
          <a:custGeom>
            <a:avLst/>
            <a:gdLst/>
            <a:ahLst/>
            <a:cxnLst/>
            <a:rect l="l" t="t" r="r" b="b"/>
            <a:pathLst>
              <a:path w="43814" h="64770">
                <a:moveTo>
                  <a:pt x="0" y="0"/>
                </a:moveTo>
                <a:lnTo>
                  <a:pt x="43434" y="0"/>
                </a:lnTo>
              </a:path>
              <a:path w="43814" h="64770">
                <a:moveTo>
                  <a:pt x="0" y="0"/>
                </a:moveTo>
                <a:lnTo>
                  <a:pt x="0" y="64769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11" name="object 911" descr=""/>
          <p:cNvGrpSpPr/>
          <p:nvPr/>
        </p:nvGrpSpPr>
        <p:grpSpPr>
          <a:xfrm>
            <a:off x="3923229" y="5373559"/>
            <a:ext cx="237490" cy="433070"/>
            <a:chOff x="3923229" y="5373559"/>
            <a:chExt cx="237490" cy="433070"/>
          </a:xfrm>
        </p:grpSpPr>
        <p:sp>
          <p:nvSpPr>
            <p:cNvPr id="912" name="object 912" descr=""/>
            <p:cNvSpPr/>
            <p:nvPr/>
          </p:nvSpPr>
          <p:spPr>
            <a:xfrm>
              <a:off x="4030671" y="5374702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w="0" h="302260">
                  <a:moveTo>
                    <a:pt x="0" y="0"/>
                  </a:moveTo>
                  <a:lnTo>
                    <a:pt x="0" y="301752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3" name="object 913" descr=""/>
            <p:cNvSpPr/>
            <p:nvPr/>
          </p:nvSpPr>
          <p:spPr>
            <a:xfrm>
              <a:off x="3966663" y="5676454"/>
              <a:ext cx="64135" cy="128905"/>
            </a:xfrm>
            <a:custGeom>
              <a:avLst/>
              <a:gdLst/>
              <a:ahLst/>
              <a:cxnLst/>
              <a:rect l="l" t="t" r="r" b="b"/>
              <a:pathLst>
                <a:path w="64135" h="128904">
                  <a:moveTo>
                    <a:pt x="0" y="0"/>
                  </a:moveTo>
                  <a:lnTo>
                    <a:pt x="64008" y="0"/>
                  </a:lnTo>
                  <a:lnTo>
                    <a:pt x="64008" y="128778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4" name="object 914" descr=""/>
            <p:cNvSpPr/>
            <p:nvPr/>
          </p:nvSpPr>
          <p:spPr>
            <a:xfrm>
              <a:off x="4030671" y="5676454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 h="0">
                  <a:moveTo>
                    <a:pt x="0" y="0"/>
                  </a:moveTo>
                  <a:lnTo>
                    <a:pt x="129539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5" name="object 915" descr=""/>
            <p:cNvSpPr/>
            <p:nvPr/>
          </p:nvSpPr>
          <p:spPr>
            <a:xfrm>
              <a:off x="3923229" y="5374702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442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6" name="object 916" descr=""/>
          <p:cNvGrpSpPr/>
          <p:nvPr/>
        </p:nvGrpSpPr>
        <p:grpSpPr>
          <a:xfrm>
            <a:off x="4654749" y="5416993"/>
            <a:ext cx="108585" cy="302260"/>
            <a:chOff x="4654749" y="5416993"/>
            <a:chExt cx="108585" cy="302260"/>
          </a:xfrm>
        </p:grpSpPr>
        <p:sp>
          <p:nvSpPr>
            <p:cNvPr id="917" name="object 917" descr=""/>
            <p:cNvSpPr/>
            <p:nvPr/>
          </p:nvSpPr>
          <p:spPr>
            <a:xfrm>
              <a:off x="4762191" y="5418136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w="0" h="300989">
                  <a:moveTo>
                    <a:pt x="0" y="0"/>
                  </a:moveTo>
                  <a:lnTo>
                    <a:pt x="0" y="300989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8" name="object 918" descr=""/>
            <p:cNvSpPr/>
            <p:nvPr/>
          </p:nvSpPr>
          <p:spPr>
            <a:xfrm>
              <a:off x="4654749" y="5418136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442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9" name="object 919" descr=""/>
          <p:cNvSpPr/>
          <p:nvPr/>
        </p:nvSpPr>
        <p:spPr>
          <a:xfrm>
            <a:off x="4396432" y="5418136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778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0" name="object 920" descr=""/>
          <p:cNvSpPr/>
          <p:nvPr/>
        </p:nvSpPr>
        <p:spPr>
          <a:xfrm>
            <a:off x="3664911" y="5245924"/>
            <a:ext cx="129539" cy="128905"/>
          </a:xfrm>
          <a:custGeom>
            <a:avLst/>
            <a:gdLst/>
            <a:ahLst/>
            <a:cxnLst/>
            <a:rect l="l" t="t" r="r" b="b"/>
            <a:pathLst>
              <a:path w="129539" h="128904">
                <a:moveTo>
                  <a:pt x="0" y="128777"/>
                </a:moveTo>
                <a:lnTo>
                  <a:pt x="0" y="0"/>
                </a:lnTo>
              </a:path>
              <a:path w="129539" h="128904">
                <a:moveTo>
                  <a:pt x="0" y="128777"/>
                </a:moveTo>
                <a:lnTo>
                  <a:pt x="129539" y="128777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1" name="object 921" descr=""/>
          <p:cNvSpPr/>
          <p:nvPr/>
        </p:nvSpPr>
        <p:spPr>
          <a:xfrm>
            <a:off x="4697422" y="5719126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2" name="object 922" descr=""/>
          <p:cNvSpPr/>
          <p:nvPr/>
        </p:nvSpPr>
        <p:spPr>
          <a:xfrm>
            <a:off x="4396432" y="5761798"/>
            <a:ext cx="43180" cy="64769"/>
          </a:xfrm>
          <a:custGeom>
            <a:avLst/>
            <a:gdLst/>
            <a:ahLst/>
            <a:cxnLst/>
            <a:rect l="l" t="t" r="r" b="b"/>
            <a:pathLst>
              <a:path w="43179" h="64770">
                <a:moveTo>
                  <a:pt x="0" y="64769"/>
                </a:moveTo>
                <a:lnTo>
                  <a:pt x="0" y="0"/>
                </a:lnTo>
                <a:lnTo>
                  <a:pt x="42671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3" name="object 923" descr=""/>
          <p:cNvSpPr/>
          <p:nvPr/>
        </p:nvSpPr>
        <p:spPr>
          <a:xfrm>
            <a:off x="2073855" y="5460808"/>
            <a:ext cx="0" cy="43815"/>
          </a:xfrm>
          <a:custGeom>
            <a:avLst/>
            <a:gdLst/>
            <a:ahLst/>
            <a:cxnLst/>
            <a:rect l="l" t="t" r="r" b="b"/>
            <a:pathLst>
              <a:path w="0" h="43814">
                <a:moveTo>
                  <a:pt x="0" y="43433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4" name="object 924" descr=""/>
          <p:cNvSpPr/>
          <p:nvPr/>
        </p:nvSpPr>
        <p:spPr>
          <a:xfrm>
            <a:off x="2073855" y="5633020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89">
                <a:moveTo>
                  <a:pt x="0" y="21335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5" name="object 925" descr=""/>
          <p:cNvSpPr/>
          <p:nvPr/>
        </p:nvSpPr>
        <p:spPr>
          <a:xfrm>
            <a:off x="1987749" y="5460808"/>
            <a:ext cx="151130" cy="0"/>
          </a:xfrm>
          <a:custGeom>
            <a:avLst/>
            <a:gdLst/>
            <a:ahLst/>
            <a:cxnLst/>
            <a:rect l="l" t="t" r="r" b="b"/>
            <a:pathLst>
              <a:path w="151130" h="0">
                <a:moveTo>
                  <a:pt x="86106" y="0"/>
                </a:moveTo>
                <a:lnTo>
                  <a:pt x="150876" y="0"/>
                </a:lnTo>
              </a:path>
              <a:path w="151130" h="0">
                <a:moveTo>
                  <a:pt x="8610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6" name="object 926" descr=""/>
          <p:cNvSpPr/>
          <p:nvPr/>
        </p:nvSpPr>
        <p:spPr>
          <a:xfrm>
            <a:off x="2267404" y="5460808"/>
            <a:ext cx="64769" cy="0"/>
          </a:xfrm>
          <a:custGeom>
            <a:avLst/>
            <a:gdLst/>
            <a:ahLst/>
            <a:cxnLst/>
            <a:rect l="l" t="t" r="r" b="b"/>
            <a:pathLst>
              <a:path w="64769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27" name="object 927" descr=""/>
          <p:cNvGrpSpPr/>
          <p:nvPr/>
        </p:nvGrpSpPr>
        <p:grpSpPr>
          <a:xfrm>
            <a:off x="1384627" y="5934010"/>
            <a:ext cx="196215" cy="66040"/>
            <a:chOff x="1384627" y="5934010"/>
            <a:chExt cx="196215" cy="66040"/>
          </a:xfrm>
        </p:grpSpPr>
        <p:sp>
          <p:nvSpPr>
            <p:cNvPr id="928" name="object 928" descr=""/>
            <p:cNvSpPr/>
            <p:nvPr/>
          </p:nvSpPr>
          <p:spPr>
            <a:xfrm>
              <a:off x="1385770" y="5998780"/>
              <a:ext cx="193675" cy="0"/>
            </a:xfrm>
            <a:custGeom>
              <a:avLst/>
              <a:gdLst/>
              <a:ahLst/>
              <a:cxnLst/>
              <a:rect l="l" t="t" r="r" b="b"/>
              <a:pathLst>
                <a:path w="193675" h="0">
                  <a:moveTo>
                    <a:pt x="0" y="0"/>
                  </a:moveTo>
                  <a:lnTo>
                    <a:pt x="193548" y="0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9" name="object 929" descr=""/>
            <p:cNvSpPr/>
            <p:nvPr/>
          </p:nvSpPr>
          <p:spPr>
            <a:xfrm>
              <a:off x="1385770" y="5934010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w="0" h="64770">
                  <a:moveTo>
                    <a:pt x="0" y="0"/>
                  </a:moveTo>
                  <a:lnTo>
                    <a:pt x="0" y="64769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0" name="object 930" descr=""/>
            <p:cNvSpPr/>
            <p:nvPr/>
          </p:nvSpPr>
          <p:spPr>
            <a:xfrm>
              <a:off x="1579318" y="5934010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w="0" h="64770">
                  <a:moveTo>
                    <a:pt x="0" y="0"/>
                  </a:moveTo>
                  <a:lnTo>
                    <a:pt x="0" y="64769"/>
                  </a:lnTo>
                </a:path>
              </a:pathLst>
            </a:custGeom>
            <a:ln w="3175">
              <a:solidFill>
                <a:srgbClr val="009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1" name="object 931" descr=""/>
          <p:cNvSpPr/>
          <p:nvPr/>
        </p:nvSpPr>
        <p:spPr>
          <a:xfrm>
            <a:off x="1385770" y="5676454"/>
            <a:ext cx="0" cy="128905"/>
          </a:xfrm>
          <a:custGeom>
            <a:avLst/>
            <a:gdLst/>
            <a:ahLst/>
            <a:cxnLst/>
            <a:rect l="l" t="t" r="r" b="b"/>
            <a:pathLst>
              <a:path w="0" h="128904">
                <a:moveTo>
                  <a:pt x="0" y="0"/>
                </a:moveTo>
                <a:lnTo>
                  <a:pt x="0" y="128777"/>
                </a:lnTo>
              </a:path>
            </a:pathLst>
          </a:custGeom>
          <a:ln w="3175">
            <a:solidFill>
              <a:srgbClr val="00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2" name="object 932" descr=""/>
          <p:cNvSpPr/>
          <p:nvPr/>
        </p:nvSpPr>
        <p:spPr>
          <a:xfrm>
            <a:off x="383740" y="3508564"/>
            <a:ext cx="2106930" cy="1054100"/>
          </a:xfrm>
          <a:custGeom>
            <a:avLst/>
            <a:gdLst/>
            <a:ahLst/>
            <a:cxnLst/>
            <a:rect l="l" t="t" r="r" b="b"/>
            <a:pathLst>
              <a:path w="2106930" h="1054100">
                <a:moveTo>
                  <a:pt x="0" y="1053846"/>
                </a:moveTo>
                <a:lnTo>
                  <a:pt x="0" y="0"/>
                </a:lnTo>
                <a:lnTo>
                  <a:pt x="2106930" y="0"/>
                </a:lnTo>
                <a:lnTo>
                  <a:pt x="2106930" y="1053846"/>
                </a:lnTo>
                <a:lnTo>
                  <a:pt x="0" y="1053846"/>
                </a:lnTo>
                <a:close/>
              </a:path>
            </a:pathLst>
          </a:custGeom>
          <a:ln w="6096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33" name="object 933" descr=""/>
          <p:cNvGrpSpPr/>
          <p:nvPr/>
        </p:nvGrpSpPr>
        <p:grpSpPr>
          <a:xfrm>
            <a:off x="156664" y="2124772"/>
            <a:ext cx="1662430" cy="1068705"/>
            <a:chOff x="156664" y="2124772"/>
            <a:chExt cx="1662430" cy="1068705"/>
          </a:xfrm>
        </p:grpSpPr>
        <p:sp>
          <p:nvSpPr>
            <p:cNvPr id="934" name="object 934" descr=""/>
            <p:cNvSpPr/>
            <p:nvPr/>
          </p:nvSpPr>
          <p:spPr>
            <a:xfrm>
              <a:off x="159712" y="2127820"/>
              <a:ext cx="1656080" cy="1062355"/>
            </a:xfrm>
            <a:custGeom>
              <a:avLst/>
              <a:gdLst/>
              <a:ahLst/>
              <a:cxnLst/>
              <a:rect l="l" t="t" r="r" b="b"/>
              <a:pathLst>
                <a:path w="1656080" h="1062355">
                  <a:moveTo>
                    <a:pt x="0" y="1062227"/>
                  </a:moveTo>
                  <a:lnTo>
                    <a:pt x="0" y="0"/>
                  </a:lnTo>
                  <a:lnTo>
                    <a:pt x="1655826" y="0"/>
                  </a:lnTo>
                  <a:lnTo>
                    <a:pt x="1655826" y="1062227"/>
                  </a:lnTo>
                  <a:lnTo>
                    <a:pt x="0" y="1062227"/>
                  </a:lnTo>
                  <a:close/>
                </a:path>
              </a:pathLst>
            </a:custGeom>
            <a:ln w="6096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5" name="object 935" descr=""/>
            <p:cNvSpPr/>
            <p:nvPr/>
          </p:nvSpPr>
          <p:spPr>
            <a:xfrm>
              <a:off x="253952" y="2177350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4" h="43814">
                  <a:moveTo>
                    <a:pt x="247" y="41148"/>
                  </a:moveTo>
                  <a:lnTo>
                    <a:pt x="6343" y="43434"/>
                  </a:lnTo>
                  <a:lnTo>
                    <a:pt x="17011" y="43434"/>
                  </a:lnTo>
                  <a:lnTo>
                    <a:pt x="20821" y="41148"/>
                  </a:lnTo>
                  <a:lnTo>
                    <a:pt x="23107" y="38862"/>
                  </a:lnTo>
                  <a:lnTo>
                    <a:pt x="24631" y="35052"/>
                  </a:lnTo>
                  <a:lnTo>
                    <a:pt x="24631" y="30480"/>
                  </a:lnTo>
                  <a:lnTo>
                    <a:pt x="23107" y="26670"/>
                  </a:lnTo>
                  <a:lnTo>
                    <a:pt x="20821" y="24384"/>
                  </a:lnTo>
                  <a:lnTo>
                    <a:pt x="17011" y="22860"/>
                  </a:lnTo>
                  <a:lnTo>
                    <a:pt x="8629" y="20574"/>
                  </a:lnTo>
                  <a:lnTo>
                    <a:pt x="2032" y="15950"/>
                  </a:lnTo>
                  <a:lnTo>
                    <a:pt x="0" y="10387"/>
                  </a:lnTo>
                  <a:lnTo>
                    <a:pt x="2282" y="4773"/>
                  </a:lnTo>
                  <a:lnTo>
                    <a:pt x="8629" y="0"/>
                  </a:lnTo>
                  <a:lnTo>
                    <a:pt x="18535" y="0"/>
                  </a:lnTo>
                  <a:lnTo>
                    <a:pt x="24631" y="2286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6" name="object 936" descr=""/>
            <p:cNvSpPr/>
            <p:nvPr/>
          </p:nvSpPr>
          <p:spPr>
            <a:xfrm>
              <a:off x="297634" y="2177350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4" h="43814">
                  <a:moveTo>
                    <a:pt x="0" y="0"/>
                  </a:moveTo>
                  <a:lnTo>
                    <a:pt x="0" y="35052"/>
                  </a:lnTo>
                  <a:lnTo>
                    <a:pt x="1524" y="38862"/>
                  </a:lnTo>
                  <a:lnTo>
                    <a:pt x="3810" y="41148"/>
                  </a:lnTo>
                  <a:lnTo>
                    <a:pt x="7620" y="43434"/>
                  </a:lnTo>
                  <a:lnTo>
                    <a:pt x="16002" y="43434"/>
                  </a:lnTo>
                  <a:lnTo>
                    <a:pt x="19812" y="41148"/>
                  </a:lnTo>
                  <a:lnTo>
                    <a:pt x="22098" y="38862"/>
                  </a:lnTo>
                  <a:lnTo>
                    <a:pt x="24384" y="35052"/>
                  </a:ln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7" name="object 937" descr=""/>
            <p:cNvSpPr/>
            <p:nvPr/>
          </p:nvSpPr>
          <p:spPr>
            <a:xfrm>
              <a:off x="342592" y="2177350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4" h="43814">
                  <a:moveTo>
                    <a:pt x="0" y="43434"/>
                  </a:moveTo>
                  <a:lnTo>
                    <a:pt x="0" y="0"/>
                  </a:lnTo>
                  <a:lnTo>
                    <a:pt x="16001" y="0"/>
                  </a:lnTo>
                  <a:lnTo>
                    <a:pt x="22517" y="4679"/>
                  </a:lnTo>
                  <a:lnTo>
                    <a:pt x="24688" y="11430"/>
                  </a:lnTo>
                  <a:lnTo>
                    <a:pt x="22517" y="18180"/>
                  </a:lnTo>
                  <a:lnTo>
                    <a:pt x="16002" y="22860"/>
                  </a:lnTo>
                  <a:lnTo>
                    <a:pt x="0" y="2286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8" name="object 938" descr=""/>
            <p:cNvSpPr/>
            <p:nvPr/>
          </p:nvSpPr>
          <p:spPr>
            <a:xfrm>
              <a:off x="385264" y="2177350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5" h="43814">
                  <a:moveTo>
                    <a:pt x="0" y="43434"/>
                  </a:moveTo>
                  <a:lnTo>
                    <a:pt x="0" y="0"/>
                  </a:lnTo>
                  <a:lnTo>
                    <a:pt x="16763" y="0"/>
                  </a:lnTo>
                  <a:lnTo>
                    <a:pt x="20574" y="2286"/>
                  </a:lnTo>
                  <a:lnTo>
                    <a:pt x="22859" y="4572"/>
                  </a:lnTo>
                  <a:lnTo>
                    <a:pt x="24383" y="8382"/>
                  </a:lnTo>
                  <a:lnTo>
                    <a:pt x="24383" y="14478"/>
                  </a:lnTo>
                  <a:lnTo>
                    <a:pt x="22859" y="18288"/>
                  </a:lnTo>
                  <a:lnTo>
                    <a:pt x="20574" y="20574"/>
                  </a:lnTo>
                  <a:lnTo>
                    <a:pt x="16764" y="22860"/>
                  </a:lnTo>
                  <a:lnTo>
                    <a:pt x="0" y="2286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9" name="object 939" descr=""/>
            <p:cNvSpPr/>
            <p:nvPr/>
          </p:nvSpPr>
          <p:spPr>
            <a:xfrm>
              <a:off x="428698" y="2177350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20" h="43814">
                  <a:moveTo>
                    <a:pt x="19812" y="43434"/>
                  </a:moveTo>
                  <a:lnTo>
                    <a:pt x="0" y="43434"/>
                  </a:ln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0" name="object 940" descr=""/>
            <p:cNvSpPr/>
            <p:nvPr/>
          </p:nvSpPr>
          <p:spPr>
            <a:xfrm>
              <a:off x="471370" y="2200210"/>
              <a:ext cx="0" cy="20955"/>
            </a:xfrm>
            <a:custGeom>
              <a:avLst/>
              <a:gdLst/>
              <a:ahLst/>
              <a:cxnLst/>
              <a:rect l="l" t="t" r="r" b="b"/>
              <a:pathLst>
                <a:path w="0" h="20955">
                  <a:moveTo>
                    <a:pt x="0" y="0"/>
                  </a:moveTo>
                  <a:lnTo>
                    <a:pt x="0" y="20574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1" name="object 941" descr=""/>
            <p:cNvSpPr/>
            <p:nvPr/>
          </p:nvSpPr>
          <p:spPr>
            <a:xfrm>
              <a:off x="456892" y="2177350"/>
              <a:ext cx="29209" cy="22860"/>
            </a:xfrm>
            <a:custGeom>
              <a:avLst/>
              <a:gdLst/>
              <a:ahLst/>
              <a:cxnLst/>
              <a:rect l="l" t="t" r="r" b="b"/>
              <a:pathLst>
                <a:path w="29209" h="22860">
                  <a:moveTo>
                    <a:pt x="0" y="0"/>
                  </a:moveTo>
                  <a:lnTo>
                    <a:pt x="14478" y="22860"/>
                  </a:lnTo>
                  <a:lnTo>
                    <a:pt x="2895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2" name="object 942" descr=""/>
          <p:cNvGrpSpPr/>
          <p:nvPr/>
        </p:nvGrpSpPr>
        <p:grpSpPr>
          <a:xfrm>
            <a:off x="469846" y="3554665"/>
            <a:ext cx="441959" cy="49530"/>
            <a:chOff x="469846" y="3554665"/>
            <a:chExt cx="441959" cy="49530"/>
          </a:xfrm>
        </p:grpSpPr>
        <p:sp>
          <p:nvSpPr>
            <p:cNvPr id="943" name="object 943" descr=""/>
            <p:cNvSpPr/>
            <p:nvPr/>
          </p:nvSpPr>
          <p:spPr>
            <a:xfrm>
              <a:off x="469846" y="355809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4" name="object 944" descr=""/>
            <p:cNvSpPr/>
            <p:nvPr/>
          </p:nvSpPr>
          <p:spPr>
            <a:xfrm>
              <a:off x="482038" y="355809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5" name="object 945" descr=""/>
            <p:cNvSpPr/>
            <p:nvPr/>
          </p:nvSpPr>
          <p:spPr>
            <a:xfrm>
              <a:off x="518614" y="3580954"/>
              <a:ext cx="14604" cy="20320"/>
            </a:xfrm>
            <a:custGeom>
              <a:avLst/>
              <a:gdLst/>
              <a:ahLst/>
              <a:cxnLst/>
              <a:rect l="l" t="t" r="r" b="b"/>
              <a:pathLst>
                <a:path w="14604" h="20320">
                  <a:moveTo>
                    <a:pt x="14478" y="1981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6" name="object 946" descr=""/>
            <p:cNvSpPr/>
            <p:nvPr/>
          </p:nvSpPr>
          <p:spPr>
            <a:xfrm>
              <a:off x="508708" y="3558094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5" h="43179">
                  <a:moveTo>
                    <a:pt x="0" y="42671"/>
                  </a:moveTo>
                  <a:lnTo>
                    <a:pt x="0" y="0"/>
                  </a:lnTo>
                  <a:lnTo>
                    <a:pt x="16001" y="0"/>
                  </a:lnTo>
                  <a:lnTo>
                    <a:pt x="20574" y="2285"/>
                  </a:lnTo>
                  <a:lnTo>
                    <a:pt x="22097" y="3809"/>
                  </a:lnTo>
                  <a:lnTo>
                    <a:pt x="24383" y="8381"/>
                  </a:lnTo>
                  <a:lnTo>
                    <a:pt x="24383" y="14477"/>
                  </a:lnTo>
                  <a:lnTo>
                    <a:pt x="22097" y="18287"/>
                  </a:lnTo>
                  <a:lnTo>
                    <a:pt x="20574" y="20573"/>
                  </a:lnTo>
                  <a:lnTo>
                    <a:pt x="16002" y="22859"/>
                  </a:lnTo>
                  <a:lnTo>
                    <a:pt x="0" y="22859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7" name="object 947" descr=""/>
            <p:cNvSpPr/>
            <p:nvPr/>
          </p:nvSpPr>
          <p:spPr>
            <a:xfrm>
              <a:off x="551380" y="355809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8" name="object 948" descr=""/>
            <p:cNvSpPr/>
            <p:nvPr/>
          </p:nvSpPr>
          <p:spPr>
            <a:xfrm>
              <a:off x="569668" y="3588574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 h="0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9" name="object 949" descr=""/>
            <p:cNvSpPr/>
            <p:nvPr/>
          </p:nvSpPr>
          <p:spPr>
            <a:xfrm>
              <a:off x="565858" y="3558094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09" h="43179">
                  <a:moveTo>
                    <a:pt x="0" y="42671"/>
                  </a:moveTo>
                  <a:lnTo>
                    <a:pt x="14477" y="0"/>
                  </a:lnTo>
                  <a:lnTo>
                    <a:pt x="28956" y="42671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0" name="object 950" descr=""/>
            <p:cNvSpPr/>
            <p:nvPr/>
          </p:nvSpPr>
          <p:spPr>
            <a:xfrm>
              <a:off x="608530" y="3558094"/>
              <a:ext cx="25400" cy="43180"/>
            </a:xfrm>
            <a:custGeom>
              <a:avLst/>
              <a:gdLst/>
              <a:ahLst/>
              <a:cxnLst/>
              <a:rect l="l" t="t" r="r" b="b"/>
              <a:pathLst>
                <a:path w="25400" h="43179">
                  <a:moveTo>
                    <a:pt x="0" y="42671"/>
                  </a:moveTo>
                  <a:lnTo>
                    <a:pt x="0" y="0"/>
                  </a:lnTo>
                  <a:lnTo>
                    <a:pt x="25146" y="42671"/>
                  </a:lnTo>
                  <a:lnTo>
                    <a:pt x="25145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1" name="object 951" descr=""/>
            <p:cNvSpPr/>
            <p:nvPr/>
          </p:nvSpPr>
          <p:spPr>
            <a:xfrm>
              <a:off x="652202" y="3558094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4145" y="2285"/>
                  </a:moveTo>
                  <a:lnTo>
                    <a:pt x="20335" y="0"/>
                  </a:lnTo>
                  <a:lnTo>
                    <a:pt x="3375" y="6874"/>
                  </a:lnTo>
                  <a:lnTo>
                    <a:pt x="0" y="25474"/>
                  </a:lnTo>
                  <a:lnTo>
                    <a:pt x="8316" y="41053"/>
                  </a:lnTo>
                  <a:lnTo>
                    <a:pt x="26431" y="38861"/>
                  </a:lnTo>
                  <a:lnTo>
                    <a:pt x="26431" y="24383"/>
                  </a:lnTo>
                  <a:lnTo>
                    <a:pt x="18049" y="24383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2" name="object 952" descr=""/>
            <p:cNvSpPr/>
            <p:nvPr/>
          </p:nvSpPr>
          <p:spPr>
            <a:xfrm>
              <a:off x="696922" y="3558094"/>
              <a:ext cx="20955" cy="43180"/>
            </a:xfrm>
            <a:custGeom>
              <a:avLst/>
              <a:gdLst/>
              <a:ahLst/>
              <a:cxnLst/>
              <a:rect l="l" t="t" r="r" b="b"/>
              <a:pathLst>
                <a:path w="20954" h="43179">
                  <a:moveTo>
                    <a:pt x="20573" y="42671"/>
                  </a:moveTo>
                  <a:lnTo>
                    <a:pt x="0" y="42671"/>
                  </a:lnTo>
                  <a:lnTo>
                    <a:pt x="0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3" name="object 953" descr=""/>
            <p:cNvSpPr/>
            <p:nvPr/>
          </p:nvSpPr>
          <p:spPr>
            <a:xfrm>
              <a:off x="731974" y="3578668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4" name="object 954" descr=""/>
            <p:cNvSpPr/>
            <p:nvPr/>
          </p:nvSpPr>
          <p:spPr>
            <a:xfrm>
              <a:off x="731974" y="3558094"/>
              <a:ext cx="20955" cy="43180"/>
            </a:xfrm>
            <a:custGeom>
              <a:avLst/>
              <a:gdLst/>
              <a:ahLst/>
              <a:cxnLst/>
              <a:rect l="l" t="t" r="r" b="b"/>
              <a:pathLst>
                <a:path w="20954" h="43179">
                  <a:moveTo>
                    <a:pt x="20573" y="42671"/>
                  </a:moveTo>
                  <a:lnTo>
                    <a:pt x="0" y="42671"/>
                  </a:lnTo>
                  <a:lnTo>
                    <a:pt x="0" y="0"/>
                  </a:lnTo>
                  <a:lnTo>
                    <a:pt x="20573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5" name="object 955" descr=""/>
            <p:cNvSpPr/>
            <p:nvPr/>
          </p:nvSpPr>
          <p:spPr>
            <a:xfrm>
              <a:off x="801316" y="3558094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09" h="43179">
                  <a:moveTo>
                    <a:pt x="10667" y="0"/>
                  </a:moveTo>
                  <a:lnTo>
                    <a:pt x="28955" y="28955"/>
                  </a:lnTo>
                  <a:lnTo>
                    <a:pt x="26669" y="36575"/>
                  </a:lnTo>
                  <a:lnTo>
                    <a:pt x="22859" y="41147"/>
                  </a:lnTo>
                  <a:lnTo>
                    <a:pt x="18287" y="42671"/>
                  </a:lnTo>
                  <a:lnTo>
                    <a:pt x="10667" y="42671"/>
                  </a:lnTo>
                  <a:lnTo>
                    <a:pt x="6095" y="41147"/>
                  </a:lnTo>
                  <a:lnTo>
                    <a:pt x="2285" y="36575"/>
                  </a:lnTo>
                  <a:lnTo>
                    <a:pt x="0" y="28955"/>
                  </a:lnTo>
                  <a:lnTo>
                    <a:pt x="0" y="14477"/>
                  </a:lnTo>
                  <a:lnTo>
                    <a:pt x="2285" y="6095"/>
                  </a:lnTo>
                  <a:lnTo>
                    <a:pt x="6095" y="2285"/>
                  </a:lnTo>
                  <a:lnTo>
                    <a:pt x="10667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6" name="object 956" descr=""/>
            <p:cNvSpPr/>
            <p:nvPr/>
          </p:nvSpPr>
          <p:spPr>
            <a:xfrm>
              <a:off x="848560" y="3558094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5" h="43179">
                  <a:moveTo>
                    <a:pt x="0" y="0"/>
                  </a:moveTo>
                  <a:lnTo>
                    <a:pt x="0" y="35051"/>
                  </a:lnTo>
                  <a:lnTo>
                    <a:pt x="2286" y="38861"/>
                  </a:lnTo>
                  <a:lnTo>
                    <a:pt x="3810" y="41147"/>
                  </a:lnTo>
                  <a:lnTo>
                    <a:pt x="8382" y="42671"/>
                  </a:lnTo>
                  <a:lnTo>
                    <a:pt x="16002" y="42671"/>
                  </a:lnTo>
                  <a:lnTo>
                    <a:pt x="20574" y="41147"/>
                  </a:lnTo>
                  <a:lnTo>
                    <a:pt x="22098" y="38861"/>
                  </a:lnTo>
                  <a:lnTo>
                    <a:pt x="24384" y="35051"/>
                  </a:ln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7" name="object 957" descr=""/>
            <p:cNvSpPr/>
            <p:nvPr/>
          </p:nvSpPr>
          <p:spPr>
            <a:xfrm>
              <a:off x="887422" y="355809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8" name="object 958" descr=""/>
            <p:cNvSpPr/>
            <p:nvPr/>
          </p:nvSpPr>
          <p:spPr>
            <a:xfrm>
              <a:off x="899614" y="355809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59" name="object 959" descr=""/>
          <p:cNvGrpSpPr/>
          <p:nvPr/>
        </p:nvGrpSpPr>
        <p:grpSpPr>
          <a:xfrm>
            <a:off x="2330269" y="2105341"/>
            <a:ext cx="355600" cy="49530"/>
            <a:chOff x="2330269" y="2105341"/>
            <a:chExt cx="355600" cy="49530"/>
          </a:xfrm>
        </p:grpSpPr>
        <p:sp>
          <p:nvSpPr>
            <p:cNvPr id="960" name="object 960" descr=""/>
            <p:cNvSpPr/>
            <p:nvPr/>
          </p:nvSpPr>
          <p:spPr>
            <a:xfrm>
              <a:off x="2333698" y="210877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80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1" name="object 961" descr=""/>
            <p:cNvSpPr/>
            <p:nvPr/>
          </p:nvSpPr>
          <p:spPr>
            <a:xfrm>
              <a:off x="2333698" y="212934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2" name="object 962" descr=""/>
            <p:cNvSpPr/>
            <p:nvPr/>
          </p:nvSpPr>
          <p:spPr>
            <a:xfrm>
              <a:off x="2358082" y="210877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80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3" name="object 963" descr=""/>
            <p:cNvSpPr/>
            <p:nvPr/>
          </p:nvSpPr>
          <p:spPr>
            <a:xfrm>
              <a:off x="2377132" y="213925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19812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4" name="object 964" descr=""/>
            <p:cNvSpPr/>
            <p:nvPr/>
          </p:nvSpPr>
          <p:spPr>
            <a:xfrm>
              <a:off x="2372560" y="2108770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10" h="43180">
                  <a:moveTo>
                    <a:pt x="0" y="42672"/>
                  </a:moveTo>
                  <a:lnTo>
                    <a:pt x="14477" y="0"/>
                  </a:lnTo>
                  <a:lnTo>
                    <a:pt x="28956" y="4267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5" name="object 965" descr=""/>
            <p:cNvSpPr/>
            <p:nvPr/>
          </p:nvSpPr>
          <p:spPr>
            <a:xfrm>
              <a:off x="2425900" y="2130868"/>
              <a:ext cx="14604" cy="20955"/>
            </a:xfrm>
            <a:custGeom>
              <a:avLst/>
              <a:gdLst/>
              <a:ahLst/>
              <a:cxnLst/>
              <a:rect l="l" t="t" r="r" b="b"/>
              <a:pathLst>
                <a:path w="14605" h="20955">
                  <a:moveTo>
                    <a:pt x="14477" y="20574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6" name="object 966" descr=""/>
            <p:cNvSpPr/>
            <p:nvPr/>
          </p:nvSpPr>
          <p:spPr>
            <a:xfrm>
              <a:off x="2415994" y="2108770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80">
                  <a:moveTo>
                    <a:pt x="0" y="42672"/>
                  </a:moveTo>
                  <a:lnTo>
                    <a:pt x="0" y="0"/>
                  </a:lnTo>
                  <a:lnTo>
                    <a:pt x="16001" y="0"/>
                  </a:lnTo>
                  <a:lnTo>
                    <a:pt x="19811" y="2286"/>
                  </a:lnTo>
                  <a:lnTo>
                    <a:pt x="22097" y="3810"/>
                  </a:lnTo>
                  <a:lnTo>
                    <a:pt x="24383" y="8382"/>
                  </a:lnTo>
                  <a:lnTo>
                    <a:pt x="24383" y="14478"/>
                  </a:lnTo>
                  <a:lnTo>
                    <a:pt x="22097" y="18288"/>
                  </a:lnTo>
                  <a:lnTo>
                    <a:pt x="19812" y="20574"/>
                  </a:lnTo>
                  <a:lnTo>
                    <a:pt x="16002" y="22098"/>
                  </a:lnTo>
                  <a:lnTo>
                    <a:pt x="0" y="22098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7" name="object 967" descr=""/>
            <p:cNvSpPr/>
            <p:nvPr/>
          </p:nvSpPr>
          <p:spPr>
            <a:xfrm>
              <a:off x="2458665" y="2108770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80">
                  <a:moveTo>
                    <a:pt x="0" y="42672"/>
                  </a:moveTo>
                  <a:lnTo>
                    <a:pt x="0" y="0"/>
                  </a:lnTo>
                  <a:lnTo>
                    <a:pt x="9905" y="0"/>
                  </a:lnTo>
                  <a:lnTo>
                    <a:pt x="24384" y="24384"/>
                  </a:lnTo>
                  <a:lnTo>
                    <a:pt x="22860" y="32766"/>
                  </a:lnTo>
                  <a:lnTo>
                    <a:pt x="20574" y="36576"/>
                  </a:lnTo>
                  <a:lnTo>
                    <a:pt x="16764" y="41148"/>
                  </a:lnTo>
                  <a:lnTo>
                    <a:pt x="9906" y="42672"/>
                  </a:lnTo>
                  <a:lnTo>
                    <a:pt x="0" y="4267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8" name="object 968" descr=""/>
            <p:cNvSpPr/>
            <p:nvPr/>
          </p:nvSpPr>
          <p:spPr>
            <a:xfrm>
              <a:off x="2532580" y="2108770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80">
                  <a:moveTo>
                    <a:pt x="0" y="41148"/>
                  </a:moveTo>
                  <a:lnTo>
                    <a:pt x="6096" y="42672"/>
                  </a:lnTo>
                  <a:lnTo>
                    <a:pt x="16002" y="42672"/>
                  </a:lnTo>
                  <a:lnTo>
                    <a:pt x="20574" y="41148"/>
                  </a:lnTo>
                  <a:lnTo>
                    <a:pt x="22098" y="38862"/>
                  </a:lnTo>
                  <a:lnTo>
                    <a:pt x="24384" y="35052"/>
                  </a:lnTo>
                  <a:lnTo>
                    <a:pt x="24384" y="30480"/>
                  </a:lnTo>
                  <a:lnTo>
                    <a:pt x="22098" y="26670"/>
                  </a:lnTo>
                  <a:lnTo>
                    <a:pt x="20574" y="24384"/>
                  </a:lnTo>
                  <a:lnTo>
                    <a:pt x="16002" y="22098"/>
                  </a:lnTo>
                  <a:lnTo>
                    <a:pt x="8381" y="20574"/>
                  </a:lnTo>
                  <a:lnTo>
                    <a:pt x="3809" y="18288"/>
                  </a:lnTo>
                  <a:lnTo>
                    <a:pt x="1523" y="16002"/>
                  </a:lnTo>
                  <a:lnTo>
                    <a:pt x="0" y="12192"/>
                  </a:lnTo>
                  <a:lnTo>
                    <a:pt x="0" y="8382"/>
                  </a:lnTo>
                  <a:lnTo>
                    <a:pt x="1523" y="3810"/>
                  </a:lnTo>
                  <a:lnTo>
                    <a:pt x="3809" y="2286"/>
                  </a:lnTo>
                  <a:lnTo>
                    <a:pt x="8381" y="0"/>
                  </a:lnTo>
                  <a:lnTo>
                    <a:pt x="18287" y="0"/>
                  </a:lnTo>
                  <a:lnTo>
                    <a:pt x="24383" y="2286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9" name="object 969" descr=""/>
            <p:cNvSpPr/>
            <p:nvPr/>
          </p:nvSpPr>
          <p:spPr>
            <a:xfrm>
              <a:off x="2583634" y="2130868"/>
              <a:ext cx="0" cy="20955"/>
            </a:xfrm>
            <a:custGeom>
              <a:avLst/>
              <a:gdLst/>
              <a:ahLst/>
              <a:cxnLst/>
              <a:rect l="l" t="t" r="r" b="b"/>
              <a:pathLst>
                <a:path w="0" h="20955">
                  <a:moveTo>
                    <a:pt x="0" y="0"/>
                  </a:moveTo>
                  <a:lnTo>
                    <a:pt x="0" y="20574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0" name="object 970" descr=""/>
            <p:cNvSpPr/>
            <p:nvPr/>
          </p:nvSpPr>
          <p:spPr>
            <a:xfrm>
              <a:off x="2569155" y="2108770"/>
              <a:ext cx="29209" cy="22225"/>
            </a:xfrm>
            <a:custGeom>
              <a:avLst/>
              <a:gdLst/>
              <a:ahLst/>
              <a:cxnLst/>
              <a:rect l="l" t="t" r="r" b="b"/>
              <a:pathLst>
                <a:path w="29210" h="22225">
                  <a:moveTo>
                    <a:pt x="0" y="0"/>
                  </a:moveTo>
                  <a:lnTo>
                    <a:pt x="14478" y="22098"/>
                  </a:lnTo>
                  <a:lnTo>
                    <a:pt x="2895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1" name="object 971" descr=""/>
            <p:cNvSpPr/>
            <p:nvPr/>
          </p:nvSpPr>
          <p:spPr>
            <a:xfrm>
              <a:off x="2612589" y="2108770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80">
                  <a:moveTo>
                    <a:pt x="0" y="42672"/>
                  </a:moveTo>
                  <a:lnTo>
                    <a:pt x="0" y="0"/>
                  </a:lnTo>
                  <a:lnTo>
                    <a:pt x="24384" y="42672"/>
                  </a:lnTo>
                  <a:lnTo>
                    <a:pt x="24383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2" name="object 972" descr=""/>
            <p:cNvSpPr/>
            <p:nvPr/>
          </p:nvSpPr>
          <p:spPr>
            <a:xfrm>
              <a:off x="2655138" y="2111056"/>
              <a:ext cx="27305" cy="39370"/>
            </a:xfrm>
            <a:custGeom>
              <a:avLst/>
              <a:gdLst/>
              <a:ahLst/>
              <a:cxnLst/>
              <a:rect l="l" t="t" r="r" b="b"/>
              <a:pathLst>
                <a:path w="27305" h="39369">
                  <a:moveTo>
                    <a:pt x="26793" y="36575"/>
                  </a:moveTo>
                  <a:lnTo>
                    <a:pt x="24507" y="38861"/>
                  </a:lnTo>
                  <a:lnTo>
                    <a:pt x="5976" y="36506"/>
                  </a:lnTo>
                  <a:lnTo>
                    <a:pt x="0" y="18873"/>
                  </a:lnTo>
                  <a:lnTo>
                    <a:pt x="6276" y="1519"/>
                  </a:lnTo>
                  <a:lnTo>
                    <a:pt x="24507" y="0"/>
                  </a:lnTo>
                  <a:lnTo>
                    <a:pt x="26793" y="1523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3" name="object 973" descr=""/>
          <p:cNvGrpSpPr/>
          <p:nvPr/>
        </p:nvGrpSpPr>
        <p:grpSpPr>
          <a:xfrm>
            <a:off x="3936184" y="630109"/>
            <a:ext cx="443865" cy="50165"/>
            <a:chOff x="3936184" y="630109"/>
            <a:chExt cx="443865" cy="50165"/>
          </a:xfrm>
        </p:grpSpPr>
        <p:sp>
          <p:nvSpPr>
            <p:cNvPr id="974" name="object 974" descr=""/>
            <p:cNvSpPr/>
            <p:nvPr/>
          </p:nvSpPr>
          <p:spPr>
            <a:xfrm>
              <a:off x="3936184" y="633538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5" name="object 975" descr=""/>
            <p:cNvSpPr/>
            <p:nvPr/>
          </p:nvSpPr>
          <p:spPr>
            <a:xfrm>
              <a:off x="3948376" y="633538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6" name="object 976" descr=""/>
            <p:cNvSpPr/>
            <p:nvPr/>
          </p:nvSpPr>
          <p:spPr>
            <a:xfrm>
              <a:off x="3985714" y="655636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70" h="20954">
                  <a:moveTo>
                    <a:pt x="13715" y="20574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7" name="object 977" descr=""/>
            <p:cNvSpPr/>
            <p:nvPr/>
          </p:nvSpPr>
          <p:spPr>
            <a:xfrm>
              <a:off x="3975046" y="633538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0" y="42672"/>
                  </a:moveTo>
                  <a:lnTo>
                    <a:pt x="0" y="0"/>
                  </a:lnTo>
                  <a:lnTo>
                    <a:pt x="16763" y="0"/>
                  </a:lnTo>
                  <a:lnTo>
                    <a:pt x="20574" y="1524"/>
                  </a:lnTo>
                  <a:lnTo>
                    <a:pt x="22859" y="3810"/>
                  </a:lnTo>
                  <a:lnTo>
                    <a:pt x="24383" y="8382"/>
                  </a:lnTo>
                  <a:lnTo>
                    <a:pt x="24383" y="14478"/>
                  </a:lnTo>
                  <a:lnTo>
                    <a:pt x="22859" y="18288"/>
                  </a:lnTo>
                  <a:lnTo>
                    <a:pt x="20574" y="20574"/>
                  </a:lnTo>
                  <a:lnTo>
                    <a:pt x="16764" y="22098"/>
                  </a:lnTo>
                  <a:lnTo>
                    <a:pt x="0" y="22098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8" name="object 978" descr=""/>
            <p:cNvSpPr/>
            <p:nvPr/>
          </p:nvSpPr>
          <p:spPr>
            <a:xfrm>
              <a:off x="4018480" y="633538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9" name="object 979" descr=""/>
            <p:cNvSpPr/>
            <p:nvPr/>
          </p:nvSpPr>
          <p:spPr>
            <a:xfrm>
              <a:off x="4036768" y="664018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 h="0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0" name="object 980" descr=""/>
            <p:cNvSpPr/>
            <p:nvPr/>
          </p:nvSpPr>
          <p:spPr>
            <a:xfrm>
              <a:off x="4032196" y="633538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10" h="43179">
                  <a:moveTo>
                    <a:pt x="0" y="42672"/>
                  </a:moveTo>
                  <a:lnTo>
                    <a:pt x="14477" y="0"/>
                  </a:lnTo>
                  <a:lnTo>
                    <a:pt x="28956" y="4267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1" name="object 981" descr=""/>
            <p:cNvSpPr/>
            <p:nvPr/>
          </p:nvSpPr>
          <p:spPr>
            <a:xfrm>
              <a:off x="4075630" y="633538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0" y="42672"/>
                  </a:moveTo>
                  <a:lnTo>
                    <a:pt x="0" y="0"/>
                  </a:lnTo>
                  <a:lnTo>
                    <a:pt x="24384" y="42672"/>
                  </a:lnTo>
                  <a:lnTo>
                    <a:pt x="24383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2" name="object 982" descr=""/>
            <p:cNvSpPr/>
            <p:nvPr/>
          </p:nvSpPr>
          <p:spPr>
            <a:xfrm>
              <a:off x="4118302" y="633538"/>
              <a:ext cx="26670" cy="43180"/>
            </a:xfrm>
            <a:custGeom>
              <a:avLst/>
              <a:gdLst/>
              <a:ahLst/>
              <a:cxnLst/>
              <a:rect l="l" t="t" r="r" b="b"/>
              <a:pathLst>
                <a:path w="26670" h="43179">
                  <a:moveTo>
                    <a:pt x="24384" y="1524"/>
                  </a:moveTo>
                  <a:lnTo>
                    <a:pt x="20574" y="0"/>
                  </a:lnTo>
                  <a:lnTo>
                    <a:pt x="14478" y="0"/>
                  </a:lnTo>
                  <a:lnTo>
                    <a:pt x="8382" y="1524"/>
                  </a:lnTo>
                  <a:lnTo>
                    <a:pt x="4572" y="6096"/>
                  </a:lnTo>
                  <a:lnTo>
                    <a:pt x="2286" y="9906"/>
                  </a:lnTo>
                  <a:lnTo>
                    <a:pt x="0" y="18288"/>
                  </a:lnTo>
                  <a:lnTo>
                    <a:pt x="0" y="24384"/>
                  </a:lnTo>
                  <a:lnTo>
                    <a:pt x="2286" y="32766"/>
                  </a:lnTo>
                  <a:lnTo>
                    <a:pt x="6487" y="39295"/>
                  </a:lnTo>
                  <a:lnTo>
                    <a:pt x="11263" y="42352"/>
                  </a:lnTo>
                  <a:lnTo>
                    <a:pt x="17075" y="42711"/>
                  </a:lnTo>
                  <a:lnTo>
                    <a:pt x="24384" y="41148"/>
                  </a:lnTo>
                  <a:lnTo>
                    <a:pt x="26670" y="38862"/>
                  </a:lnTo>
                  <a:lnTo>
                    <a:pt x="26670" y="24384"/>
                  </a:lnTo>
                  <a:lnTo>
                    <a:pt x="18288" y="24384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3" name="object 983" descr=""/>
            <p:cNvSpPr/>
            <p:nvPr/>
          </p:nvSpPr>
          <p:spPr>
            <a:xfrm>
              <a:off x="4163260" y="633538"/>
              <a:ext cx="20955" cy="43180"/>
            </a:xfrm>
            <a:custGeom>
              <a:avLst/>
              <a:gdLst/>
              <a:ahLst/>
              <a:cxnLst/>
              <a:rect l="l" t="t" r="r" b="b"/>
              <a:pathLst>
                <a:path w="20954" h="43179">
                  <a:moveTo>
                    <a:pt x="20574" y="42672"/>
                  </a:moveTo>
                  <a:lnTo>
                    <a:pt x="0" y="42672"/>
                  </a:lnTo>
                  <a:lnTo>
                    <a:pt x="0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4" name="object 984" descr=""/>
            <p:cNvSpPr/>
            <p:nvPr/>
          </p:nvSpPr>
          <p:spPr>
            <a:xfrm>
              <a:off x="4198312" y="654112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4" h="0">
                  <a:moveTo>
                    <a:pt x="0" y="0"/>
                  </a:moveTo>
                  <a:lnTo>
                    <a:pt x="1447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5" name="object 985" descr=""/>
            <p:cNvSpPr/>
            <p:nvPr/>
          </p:nvSpPr>
          <p:spPr>
            <a:xfrm>
              <a:off x="4198312" y="633538"/>
              <a:ext cx="20955" cy="43180"/>
            </a:xfrm>
            <a:custGeom>
              <a:avLst/>
              <a:gdLst/>
              <a:ahLst/>
              <a:cxnLst/>
              <a:rect l="l" t="t" r="r" b="b"/>
              <a:pathLst>
                <a:path w="20954" h="43179">
                  <a:moveTo>
                    <a:pt x="20574" y="42672"/>
                  </a:moveTo>
                  <a:lnTo>
                    <a:pt x="0" y="42672"/>
                  </a:lnTo>
                  <a:lnTo>
                    <a:pt x="0" y="0"/>
                  </a:lnTo>
                  <a:lnTo>
                    <a:pt x="20574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6" name="object 986" descr=""/>
            <p:cNvSpPr/>
            <p:nvPr/>
          </p:nvSpPr>
          <p:spPr>
            <a:xfrm>
              <a:off x="4267654" y="633538"/>
              <a:ext cx="26670" cy="43180"/>
            </a:xfrm>
            <a:custGeom>
              <a:avLst/>
              <a:gdLst/>
              <a:ahLst/>
              <a:cxnLst/>
              <a:rect l="l" t="t" r="r" b="b"/>
              <a:pathLst>
                <a:path w="26670" h="43179">
                  <a:moveTo>
                    <a:pt x="25146" y="1524"/>
                  </a:moveTo>
                  <a:lnTo>
                    <a:pt x="20574" y="0"/>
                  </a:lnTo>
                  <a:lnTo>
                    <a:pt x="14478" y="0"/>
                  </a:lnTo>
                  <a:lnTo>
                    <a:pt x="8382" y="1524"/>
                  </a:lnTo>
                  <a:lnTo>
                    <a:pt x="4572" y="6096"/>
                  </a:lnTo>
                  <a:lnTo>
                    <a:pt x="2286" y="9906"/>
                  </a:lnTo>
                  <a:lnTo>
                    <a:pt x="0" y="18288"/>
                  </a:lnTo>
                  <a:lnTo>
                    <a:pt x="0" y="24384"/>
                  </a:lnTo>
                  <a:lnTo>
                    <a:pt x="2286" y="32766"/>
                  </a:lnTo>
                  <a:lnTo>
                    <a:pt x="6584" y="39395"/>
                  </a:lnTo>
                  <a:lnTo>
                    <a:pt x="11596" y="42429"/>
                  </a:lnTo>
                  <a:lnTo>
                    <a:pt x="17668" y="42726"/>
                  </a:lnTo>
                  <a:lnTo>
                    <a:pt x="25146" y="41148"/>
                  </a:lnTo>
                  <a:lnTo>
                    <a:pt x="26670" y="38862"/>
                  </a:lnTo>
                  <a:lnTo>
                    <a:pt x="26670" y="24384"/>
                  </a:lnTo>
                  <a:lnTo>
                    <a:pt x="19050" y="24384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7" name="object 987" descr=""/>
            <p:cNvSpPr/>
            <p:nvPr/>
          </p:nvSpPr>
          <p:spPr>
            <a:xfrm>
              <a:off x="4313374" y="654112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8" name="object 988" descr=""/>
            <p:cNvSpPr/>
            <p:nvPr/>
          </p:nvSpPr>
          <p:spPr>
            <a:xfrm>
              <a:off x="4313374" y="633538"/>
              <a:ext cx="20320" cy="43180"/>
            </a:xfrm>
            <a:custGeom>
              <a:avLst/>
              <a:gdLst/>
              <a:ahLst/>
              <a:cxnLst/>
              <a:rect l="l" t="t" r="r" b="b"/>
              <a:pathLst>
                <a:path w="20320" h="43179">
                  <a:moveTo>
                    <a:pt x="19812" y="42672"/>
                  </a:moveTo>
                  <a:lnTo>
                    <a:pt x="0" y="42672"/>
                  </a:lnTo>
                  <a:lnTo>
                    <a:pt x="0" y="0"/>
                  </a:lnTo>
                  <a:lnTo>
                    <a:pt x="19812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9" name="object 989" descr=""/>
            <p:cNvSpPr/>
            <p:nvPr/>
          </p:nvSpPr>
          <p:spPr>
            <a:xfrm>
              <a:off x="4352236" y="633538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0" y="42672"/>
                  </a:moveTo>
                  <a:lnTo>
                    <a:pt x="0" y="0"/>
                  </a:lnTo>
                  <a:lnTo>
                    <a:pt x="24384" y="42672"/>
                  </a:lnTo>
                  <a:lnTo>
                    <a:pt x="24383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0" name="object 990" descr=""/>
          <p:cNvGrpSpPr/>
          <p:nvPr/>
        </p:nvGrpSpPr>
        <p:grpSpPr>
          <a:xfrm>
            <a:off x="4056960" y="2255455"/>
            <a:ext cx="276225" cy="50800"/>
            <a:chOff x="4056960" y="2255455"/>
            <a:chExt cx="276225" cy="50800"/>
          </a:xfrm>
        </p:grpSpPr>
        <p:sp>
          <p:nvSpPr>
            <p:cNvPr id="991" name="object 991" descr=""/>
            <p:cNvSpPr/>
            <p:nvPr/>
          </p:nvSpPr>
          <p:spPr>
            <a:xfrm>
              <a:off x="4060389" y="2258884"/>
              <a:ext cx="26034" cy="42545"/>
            </a:xfrm>
            <a:custGeom>
              <a:avLst/>
              <a:gdLst/>
              <a:ahLst/>
              <a:cxnLst/>
              <a:rect l="l" t="t" r="r" b="b"/>
              <a:pathLst>
                <a:path w="26035" h="42544">
                  <a:moveTo>
                    <a:pt x="22860" y="0"/>
                  </a:moveTo>
                  <a:lnTo>
                    <a:pt x="2286" y="0"/>
                  </a:lnTo>
                  <a:lnTo>
                    <a:pt x="0" y="20574"/>
                  </a:lnTo>
                  <a:lnTo>
                    <a:pt x="2286" y="19050"/>
                  </a:lnTo>
                  <a:lnTo>
                    <a:pt x="19838" y="18021"/>
                  </a:lnTo>
                  <a:lnTo>
                    <a:pt x="25593" y="30046"/>
                  </a:lnTo>
                  <a:lnTo>
                    <a:pt x="19695" y="42097"/>
                  </a:lnTo>
                  <a:lnTo>
                    <a:pt x="2286" y="41148"/>
                  </a:lnTo>
                  <a:lnTo>
                    <a:pt x="0" y="3886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2" name="object 992" descr=""/>
            <p:cNvSpPr/>
            <p:nvPr/>
          </p:nvSpPr>
          <p:spPr>
            <a:xfrm>
              <a:off x="4101537" y="2258884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4" h="43814">
                  <a:moveTo>
                    <a:pt x="22860" y="0"/>
                  </a:moveTo>
                  <a:lnTo>
                    <a:pt x="2286" y="0"/>
                  </a:lnTo>
                  <a:lnTo>
                    <a:pt x="0" y="20574"/>
                  </a:lnTo>
                  <a:lnTo>
                    <a:pt x="2286" y="19050"/>
                  </a:lnTo>
                  <a:lnTo>
                    <a:pt x="6096" y="16764"/>
                  </a:lnTo>
                  <a:lnTo>
                    <a:pt x="16764" y="16764"/>
                  </a:lnTo>
                  <a:lnTo>
                    <a:pt x="20574" y="19050"/>
                  </a:lnTo>
                  <a:lnTo>
                    <a:pt x="22860" y="20574"/>
                  </a:lnTo>
                  <a:lnTo>
                    <a:pt x="24384" y="25146"/>
                  </a:lnTo>
                  <a:lnTo>
                    <a:pt x="24384" y="35052"/>
                  </a:lnTo>
                  <a:lnTo>
                    <a:pt x="22860" y="38862"/>
                  </a:lnTo>
                  <a:lnTo>
                    <a:pt x="20574" y="41148"/>
                  </a:lnTo>
                  <a:lnTo>
                    <a:pt x="16764" y="43434"/>
                  </a:lnTo>
                  <a:lnTo>
                    <a:pt x="6096" y="43434"/>
                  </a:lnTo>
                  <a:lnTo>
                    <a:pt x="2286" y="41148"/>
                  </a:lnTo>
                  <a:lnTo>
                    <a:pt x="0" y="3886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3" name="object 993" descr=""/>
            <p:cNvSpPr/>
            <p:nvPr/>
          </p:nvSpPr>
          <p:spPr>
            <a:xfrm>
              <a:off x="4142685" y="2258884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4" h="43814">
                  <a:moveTo>
                    <a:pt x="22860" y="0"/>
                  </a:moveTo>
                  <a:lnTo>
                    <a:pt x="2286" y="0"/>
                  </a:lnTo>
                  <a:lnTo>
                    <a:pt x="0" y="20574"/>
                  </a:lnTo>
                  <a:lnTo>
                    <a:pt x="2286" y="19050"/>
                  </a:lnTo>
                  <a:lnTo>
                    <a:pt x="6096" y="16764"/>
                  </a:lnTo>
                  <a:lnTo>
                    <a:pt x="16002" y="16764"/>
                  </a:lnTo>
                  <a:lnTo>
                    <a:pt x="20574" y="19050"/>
                  </a:lnTo>
                  <a:lnTo>
                    <a:pt x="22860" y="20574"/>
                  </a:lnTo>
                  <a:lnTo>
                    <a:pt x="24384" y="25146"/>
                  </a:lnTo>
                  <a:lnTo>
                    <a:pt x="24384" y="35052"/>
                  </a:lnTo>
                  <a:lnTo>
                    <a:pt x="22860" y="38862"/>
                  </a:lnTo>
                  <a:lnTo>
                    <a:pt x="20574" y="41148"/>
                  </a:lnTo>
                  <a:lnTo>
                    <a:pt x="16002" y="43434"/>
                  </a:lnTo>
                  <a:lnTo>
                    <a:pt x="6096" y="43434"/>
                  </a:lnTo>
                  <a:lnTo>
                    <a:pt x="2286" y="41148"/>
                  </a:lnTo>
                  <a:lnTo>
                    <a:pt x="0" y="3886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4" name="object 994" descr=""/>
            <p:cNvSpPr/>
            <p:nvPr/>
          </p:nvSpPr>
          <p:spPr>
            <a:xfrm>
              <a:off x="4216599" y="2258884"/>
              <a:ext cx="28575" cy="43815"/>
            </a:xfrm>
            <a:custGeom>
              <a:avLst/>
              <a:gdLst/>
              <a:ahLst/>
              <a:cxnLst/>
              <a:rect l="l" t="t" r="r" b="b"/>
              <a:pathLst>
                <a:path w="28575" h="43814">
                  <a:moveTo>
                    <a:pt x="9905" y="0"/>
                  </a:moveTo>
                  <a:lnTo>
                    <a:pt x="28193" y="28956"/>
                  </a:lnTo>
                  <a:lnTo>
                    <a:pt x="26669" y="37338"/>
                  </a:lnTo>
                  <a:lnTo>
                    <a:pt x="22097" y="41148"/>
                  </a:lnTo>
                  <a:lnTo>
                    <a:pt x="18287" y="43434"/>
                  </a:lnTo>
                  <a:lnTo>
                    <a:pt x="9905" y="43434"/>
                  </a:lnTo>
                  <a:lnTo>
                    <a:pt x="6095" y="41148"/>
                  </a:lnTo>
                  <a:lnTo>
                    <a:pt x="1523" y="37338"/>
                  </a:lnTo>
                  <a:lnTo>
                    <a:pt x="0" y="28956"/>
                  </a:lnTo>
                  <a:lnTo>
                    <a:pt x="0" y="14478"/>
                  </a:lnTo>
                  <a:lnTo>
                    <a:pt x="1523" y="6096"/>
                  </a:lnTo>
                  <a:lnTo>
                    <a:pt x="6095" y="2286"/>
                  </a:lnTo>
                  <a:lnTo>
                    <a:pt x="9905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5" name="object 995" descr=""/>
            <p:cNvSpPr/>
            <p:nvPr/>
          </p:nvSpPr>
          <p:spPr>
            <a:xfrm>
              <a:off x="4261557" y="2258884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4" h="43814">
                  <a:moveTo>
                    <a:pt x="0" y="41148"/>
                  </a:moveTo>
                  <a:lnTo>
                    <a:pt x="6096" y="43434"/>
                  </a:lnTo>
                  <a:lnTo>
                    <a:pt x="16002" y="43434"/>
                  </a:lnTo>
                  <a:lnTo>
                    <a:pt x="20574" y="41148"/>
                  </a:lnTo>
                  <a:lnTo>
                    <a:pt x="22098" y="38862"/>
                  </a:lnTo>
                  <a:lnTo>
                    <a:pt x="24384" y="35052"/>
                  </a:lnTo>
                  <a:lnTo>
                    <a:pt x="24384" y="31242"/>
                  </a:lnTo>
                  <a:lnTo>
                    <a:pt x="22098" y="26670"/>
                  </a:lnTo>
                  <a:lnTo>
                    <a:pt x="20574" y="25146"/>
                  </a:lnTo>
                  <a:lnTo>
                    <a:pt x="16002" y="22860"/>
                  </a:lnTo>
                  <a:lnTo>
                    <a:pt x="8381" y="20574"/>
                  </a:lnTo>
                  <a:lnTo>
                    <a:pt x="3809" y="19050"/>
                  </a:lnTo>
                  <a:lnTo>
                    <a:pt x="2285" y="16764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2285" y="4572"/>
                  </a:lnTo>
                  <a:lnTo>
                    <a:pt x="3809" y="2286"/>
                  </a:lnTo>
                  <a:lnTo>
                    <a:pt x="8381" y="0"/>
                  </a:lnTo>
                  <a:lnTo>
                    <a:pt x="18287" y="0"/>
                  </a:lnTo>
                  <a:lnTo>
                    <a:pt x="24383" y="2286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6" name="object 996" descr=""/>
            <p:cNvSpPr/>
            <p:nvPr/>
          </p:nvSpPr>
          <p:spPr>
            <a:xfrm>
              <a:off x="4302453" y="2261170"/>
              <a:ext cx="27305" cy="39370"/>
            </a:xfrm>
            <a:custGeom>
              <a:avLst/>
              <a:gdLst/>
              <a:ahLst/>
              <a:cxnLst/>
              <a:rect l="l" t="t" r="r" b="b"/>
              <a:pathLst>
                <a:path w="27304" h="39369">
                  <a:moveTo>
                    <a:pt x="26922" y="36575"/>
                  </a:moveTo>
                  <a:lnTo>
                    <a:pt x="24636" y="38861"/>
                  </a:lnTo>
                  <a:lnTo>
                    <a:pt x="6153" y="37454"/>
                  </a:lnTo>
                  <a:lnTo>
                    <a:pt x="0" y="19430"/>
                  </a:lnTo>
                  <a:lnTo>
                    <a:pt x="6164" y="1407"/>
                  </a:lnTo>
                  <a:lnTo>
                    <a:pt x="24636" y="0"/>
                  </a:lnTo>
                  <a:lnTo>
                    <a:pt x="26922" y="2285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7" name="object 997" descr=""/>
          <p:cNvSpPr/>
          <p:nvPr/>
        </p:nvSpPr>
        <p:spPr>
          <a:xfrm>
            <a:off x="165808" y="119950"/>
            <a:ext cx="100965" cy="150495"/>
          </a:xfrm>
          <a:custGeom>
            <a:avLst/>
            <a:gdLst/>
            <a:ahLst/>
            <a:cxnLst/>
            <a:rect l="l" t="t" r="r" b="b"/>
            <a:pathLst>
              <a:path w="100964" h="150495">
                <a:moveTo>
                  <a:pt x="0" y="150113"/>
                </a:moveTo>
                <a:lnTo>
                  <a:pt x="0" y="0"/>
                </a:lnTo>
                <a:lnTo>
                  <a:pt x="50292" y="107441"/>
                </a:lnTo>
                <a:lnTo>
                  <a:pt x="100583" y="0"/>
                </a:lnTo>
                <a:lnTo>
                  <a:pt x="100584" y="150113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98" name="object 998" descr=""/>
          <p:cNvGrpSpPr/>
          <p:nvPr/>
        </p:nvGrpSpPr>
        <p:grpSpPr>
          <a:xfrm>
            <a:off x="326971" y="116521"/>
            <a:ext cx="233045" cy="157480"/>
            <a:chOff x="326971" y="116521"/>
            <a:chExt cx="233045" cy="157480"/>
          </a:xfrm>
        </p:grpSpPr>
        <p:sp>
          <p:nvSpPr>
            <p:cNvPr id="999" name="object 999" descr=""/>
            <p:cNvSpPr/>
            <p:nvPr/>
          </p:nvSpPr>
          <p:spPr>
            <a:xfrm>
              <a:off x="330400" y="119950"/>
              <a:ext cx="100965" cy="150495"/>
            </a:xfrm>
            <a:custGeom>
              <a:avLst/>
              <a:gdLst/>
              <a:ahLst/>
              <a:cxnLst/>
              <a:rect l="l" t="t" r="r" b="b"/>
              <a:pathLst>
                <a:path w="100965" h="150495">
                  <a:moveTo>
                    <a:pt x="35814" y="0"/>
                  </a:moveTo>
                  <a:lnTo>
                    <a:pt x="79248" y="6857"/>
                  </a:lnTo>
                  <a:lnTo>
                    <a:pt x="100584" y="50291"/>
                  </a:lnTo>
                  <a:lnTo>
                    <a:pt x="100584" y="99822"/>
                  </a:lnTo>
                  <a:lnTo>
                    <a:pt x="93726" y="128778"/>
                  </a:lnTo>
                  <a:lnTo>
                    <a:pt x="79248" y="143256"/>
                  </a:lnTo>
                  <a:lnTo>
                    <a:pt x="64770" y="150114"/>
                  </a:lnTo>
                  <a:lnTo>
                    <a:pt x="35814" y="150114"/>
                  </a:lnTo>
                  <a:lnTo>
                    <a:pt x="22098" y="143256"/>
                  </a:lnTo>
                  <a:lnTo>
                    <a:pt x="7620" y="128778"/>
                  </a:lnTo>
                  <a:lnTo>
                    <a:pt x="0" y="99822"/>
                  </a:lnTo>
                  <a:lnTo>
                    <a:pt x="0" y="50292"/>
                  </a:lnTo>
                  <a:lnTo>
                    <a:pt x="7620" y="21336"/>
                  </a:lnTo>
                  <a:lnTo>
                    <a:pt x="22098" y="6858"/>
                  </a:lnTo>
                  <a:lnTo>
                    <a:pt x="3581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0" name="object 1000" descr=""/>
            <p:cNvSpPr/>
            <p:nvPr/>
          </p:nvSpPr>
          <p:spPr>
            <a:xfrm>
              <a:off x="474418" y="119950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 h="0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1" name="object 1001" descr=""/>
            <p:cNvSpPr/>
            <p:nvPr/>
          </p:nvSpPr>
          <p:spPr>
            <a:xfrm>
              <a:off x="517090" y="119950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2" name="object 1002" descr=""/>
          <p:cNvGrpSpPr/>
          <p:nvPr/>
        </p:nvGrpSpPr>
        <p:grpSpPr>
          <a:xfrm>
            <a:off x="606625" y="119950"/>
            <a:ext cx="93345" cy="150495"/>
            <a:chOff x="606625" y="119950"/>
            <a:chExt cx="93345" cy="150495"/>
          </a:xfrm>
        </p:grpSpPr>
        <p:sp>
          <p:nvSpPr>
            <p:cNvPr id="1003" name="object 1003" descr=""/>
            <p:cNvSpPr/>
            <p:nvPr/>
          </p:nvSpPr>
          <p:spPr>
            <a:xfrm>
              <a:off x="610054" y="119950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4" name="object 1004" descr=""/>
            <p:cNvSpPr/>
            <p:nvPr/>
          </p:nvSpPr>
          <p:spPr>
            <a:xfrm>
              <a:off x="610054" y="191578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 h="0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5" name="object 1005" descr=""/>
            <p:cNvSpPr/>
            <p:nvPr/>
          </p:nvSpPr>
          <p:spPr>
            <a:xfrm>
              <a:off x="696160" y="119950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6" name="object 1006" descr=""/>
          <p:cNvGrpSpPr/>
          <p:nvPr/>
        </p:nvGrpSpPr>
        <p:grpSpPr>
          <a:xfrm>
            <a:off x="764359" y="116521"/>
            <a:ext cx="78740" cy="157480"/>
            <a:chOff x="764359" y="116521"/>
            <a:chExt cx="78740" cy="157480"/>
          </a:xfrm>
        </p:grpSpPr>
        <p:sp>
          <p:nvSpPr>
            <p:cNvPr id="1007" name="object 1007" descr=""/>
            <p:cNvSpPr/>
            <p:nvPr/>
          </p:nvSpPr>
          <p:spPr>
            <a:xfrm>
              <a:off x="767788" y="191578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50800" h="0">
                  <a:moveTo>
                    <a:pt x="0" y="0"/>
                  </a:moveTo>
                  <a:lnTo>
                    <a:pt x="50292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8" name="object 1008" descr=""/>
            <p:cNvSpPr/>
            <p:nvPr/>
          </p:nvSpPr>
          <p:spPr>
            <a:xfrm>
              <a:off x="767788" y="119950"/>
              <a:ext cx="71755" cy="150495"/>
            </a:xfrm>
            <a:custGeom>
              <a:avLst/>
              <a:gdLst/>
              <a:ahLst/>
              <a:cxnLst/>
              <a:rect l="l" t="t" r="r" b="b"/>
              <a:pathLst>
                <a:path w="71755" h="150495">
                  <a:moveTo>
                    <a:pt x="71628" y="150113"/>
                  </a:moveTo>
                  <a:lnTo>
                    <a:pt x="0" y="150113"/>
                  </a:lnTo>
                  <a:lnTo>
                    <a:pt x="0" y="0"/>
                  </a:lnTo>
                  <a:lnTo>
                    <a:pt x="7162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9" name="object 1009" descr=""/>
          <p:cNvGrpSpPr/>
          <p:nvPr/>
        </p:nvGrpSpPr>
        <p:grpSpPr>
          <a:xfrm>
            <a:off x="900757" y="116521"/>
            <a:ext cx="95250" cy="157480"/>
            <a:chOff x="900757" y="116521"/>
            <a:chExt cx="95250" cy="157480"/>
          </a:xfrm>
        </p:grpSpPr>
        <p:sp>
          <p:nvSpPr>
            <p:cNvPr id="1010" name="object 1010" descr=""/>
            <p:cNvSpPr/>
            <p:nvPr/>
          </p:nvSpPr>
          <p:spPr>
            <a:xfrm>
              <a:off x="940000" y="198436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1" name="object 1011" descr=""/>
            <p:cNvSpPr/>
            <p:nvPr/>
          </p:nvSpPr>
          <p:spPr>
            <a:xfrm>
              <a:off x="904186" y="119950"/>
              <a:ext cx="88265" cy="150495"/>
            </a:xfrm>
            <a:custGeom>
              <a:avLst/>
              <a:gdLst/>
              <a:ahLst/>
              <a:cxnLst/>
              <a:rect l="l" t="t" r="r" b="b"/>
              <a:pathLst>
                <a:path w="88265" h="150495">
                  <a:moveTo>
                    <a:pt x="0" y="150113"/>
                  </a:moveTo>
                  <a:lnTo>
                    <a:pt x="0" y="0"/>
                  </a:lnTo>
                  <a:lnTo>
                    <a:pt x="57149" y="0"/>
                  </a:lnTo>
                  <a:lnTo>
                    <a:pt x="71627" y="6857"/>
                  </a:lnTo>
                  <a:lnTo>
                    <a:pt x="83808" y="22152"/>
                  </a:lnTo>
                  <a:lnTo>
                    <a:pt x="87810" y="38933"/>
                  </a:lnTo>
                  <a:lnTo>
                    <a:pt x="83722" y="55869"/>
                  </a:lnTo>
                  <a:lnTo>
                    <a:pt x="71628" y="71627"/>
                  </a:lnTo>
                  <a:lnTo>
                    <a:pt x="57150" y="78485"/>
                  </a:lnTo>
                  <a:lnTo>
                    <a:pt x="0" y="78485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2" name="object 1012" descr=""/>
          <p:cNvSpPr/>
          <p:nvPr/>
        </p:nvSpPr>
        <p:spPr>
          <a:xfrm>
            <a:off x="1055062" y="119950"/>
            <a:ext cx="86995" cy="150495"/>
          </a:xfrm>
          <a:custGeom>
            <a:avLst/>
            <a:gdLst/>
            <a:ahLst/>
            <a:cxnLst/>
            <a:rect l="l" t="t" r="r" b="b"/>
            <a:pathLst>
              <a:path w="86994" h="150495">
                <a:moveTo>
                  <a:pt x="49530" y="71627"/>
                </a:moveTo>
                <a:lnTo>
                  <a:pt x="71628" y="78485"/>
                </a:lnTo>
                <a:lnTo>
                  <a:pt x="83108" y="93885"/>
                </a:lnTo>
                <a:lnTo>
                  <a:pt x="86934" y="110870"/>
                </a:lnTo>
                <a:lnTo>
                  <a:pt x="83108" y="127856"/>
                </a:lnTo>
                <a:lnTo>
                  <a:pt x="71628" y="143255"/>
                </a:lnTo>
                <a:lnTo>
                  <a:pt x="57150" y="150113"/>
                </a:lnTo>
                <a:lnTo>
                  <a:pt x="0" y="150113"/>
                </a:lnTo>
                <a:lnTo>
                  <a:pt x="0" y="0"/>
                </a:lnTo>
                <a:lnTo>
                  <a:pt x="49530" y="0"/>
                </a:lnTo>
                <a:lnTo>
                  <a:pt x="79238" y="35432"/>
                </a:lnTo>
                <a:lnTo>
                  <a:pt x="49530" y="71627"/>
                </a:lnTo>
                <a:lnTo>
                  <a:pt x="0" y="71627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3" name="object 1013" descr=""/>
          <p:cNvSpPr/>
          <p:nvPr/>
        </p:nvSpPr>
        <p:spPr>
          <a:xfrm>
            <a:off x="1198318" y="119950"/>
            <a:ext cx="100330" cy="150495"/>
          </a:xfrm>
          <a:custGeom>
            <a:avLst/>
            <a:gdLst/>
            <a:ahLst/>
            <a:cxnLst/>
            <a:rect l="l" t="t" r="r" b="b"/>
            <a:pathLst>
              <a:path w="100330" h="150495">
                <a:moveTo>
                  <a:pt x="35813" y="0"/>
                </a:moveTo>
                <a:lnTo>
                  <a:pt x="78485" y="6857"/>
                </a:lnTo>
                <a:lnTo>
                  <a:pt x="99821" y="50291"/>
                </a:lnTo>
                <a:lnTo>
                  <a:pt x="99821" y="99822"/>
                </a:lnTo>
                <a:lnTo>
                  <a:pt x="92963" y="128778"/>
                </a:lnTo>
                <a:lnTo>
                  <a:pt x="78485" y="143256"/>
                </a:lnTo>
                <a:lnTo>
                  <a:pt x="64007" y="150114"/>
                </a:lnTo>
                <a:lnTo>
                  <a:pt x="35813" y="150114"/>
                </a:lnTo>
                <a:lnTo>
                  <a:pt x="21335" y="143256"/>
                </a:lnTo>
                <a:lnTo>
                  <a:pt x="6857" y="128778"/>
                </a:lnTo>
                <a:lnTo>
                  <a:pt x="0" y="99822"/>
                </a:lnTo>
                <a:lnTo>
                  <a:pt x="0" y="50292"/>
                </a:lnTo>
                <a:lnTo>
                  <a:pt x="6857" y="21336"/>
                </a:lnTo>
                <a:lnTo>
                  <a:pt x="21335" y="6858"/>
                </a:lnTo>
                <a:lnTo>
                  <a:pt x="35813" y="0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14" name="object 1014" descr=""/>
          <p:cNvGrpSpPr/>
          <p:nvPr/>
        </p:nvGrpSpPr>
        <p:grpSpPr>
          <a:xfrm>
            <a:off x="1338145" y="116521"/>
            <a:ext cx="107950" cy="157480"/>
            <a:chOff x="1338145" y="116521"/>
            <a:chExt cx="107950" cy="157480"/>
          </a:xfrm>
        </p:grpSpPr>
        <p:sp>
          <p:nvSpPr>
            <p:cNvPr id="1015" name="object 1015" descr=""/>
            <p:cNvSpPr/>
            <p:nvPr/>
          </p:nvSpPr>
          <p:spPr>
            <a:xfrm>
              <a:off x="1356052" y="227392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 h="0">
                  <a:moveTo>
                    <a:pt x="0" y="0"/>
                  </a:moveTo>
                  <a:lnTo>
                    <a:pt x="7162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6" name="object 1016" descr=""/>
            <p:cNvSpPr/>
            <p:nvPr/>
          </p:nvSpPr>
          <p:spPr>
            <a:xfrm>
              <a:off x="1341574" y="119950"/>
              <a:ext cx="100965" cy="150495"/>
            </a:xfrm>
            <a:custGeom>
              <a:avLst/>
              <a:gdLst/>
              <a:ahLst/>
              <a:cxnLst/>
              <a:rect l="l" t="t" r="r" b="b"/>
              <a:pathLst>
                <a:path w="100965" h="150495">
                  <a:moveTo>
                    <a:pt x="0" y="150113"/>
                  </a:moveTo>
                  <a:lnTo>
                    <a:pt x="50291" y="0"/>
                  </a:lnTo>
                  <a:lnTo>
                    <a:pt x="100584" y="150113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7" name="object 1017" descr=""/>
          <p:cNvGrpSpPr/>
          <p:nvPr/>
        </p:nvGrpSpPr>
        <p:grpSpPr>
          <a:xfrm>
            <a:off x="1488259" y="116521"/>
            <a:ext cx="94615" cy="157480"/>
            <a:chOff x="1488259" y="116521"/>
            <a:chExt cx="94615" cy="157480"/>
          </a:xfrm>
        </p:grpSpPr>
        <p:sp>
          <p:nvSpPr>
            <p:cNvPr id="1018" name="object 1018" descr=""/>
            <p:cNvSpPr/>
            <p:nvPr/>
          </p:nvSpPr>
          <p:spPr>
            <a:xfrm>
              <a:off x="1527502" y="198436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9" name="object 1019" descr=""/>
            <p:cNvSpPr/>
            <p:nvPr/>
          </p:nvSpPr>
          <p:spPr>
            <a:xfrm>
              <a:off x="1491688" y="119950"/>
              <a:ext cx="87630" cy="150495"/>
            </a:xfrm>
            <a:custGeom>
              <a:avLst/>
              <a:gdLst/>
              <a:ahLst/>
              <a:cxnLst/>
              <a:rect l="l" t="t" r="r" b="b"/>
              <a:pathLst>
                <a:path w="87630" h="150495">
                  <a:moveTo>
                    <a:pt x="0" y="150113"/>
                  </a:moveTo>
                  <a:lnTo>
                    <a:pt x="0" y="0"/>
                  </a:lnTo>
                  <a:lnTo>
                    <a:pt x="57911" y="0"/>
                  </a:lnTo>
                  <a:lnTo>
                    <a:pt x="71627" y="6857"/>
                  </a:lnTo>
                  <a:lnTo>
                    <a:pt x="83491" y="20655"/>
                  </a:lnTo>
                  <a:lnTo>
                    <a:pt x="87510" y="38647"/>
                  </a:lnTo>
                  <a:lnTo>
                    <a:pt x="83588" y="56937"/>
                  </a:lnTo>
                  <a:lnTo>
                    <a:pt x="71628" y="71627"/>
                  </a:lnTo>
                  <a:lnTo>
                    <a:pt x="57912" y="78485"/>
                  </a:lnTo>
                  <a:lnTo>
                    <a:pt x="0" y="78485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0" name="object 1020" descr=""/>
          <p:cNvSpPr/>
          <p:nvPr/>
        </p:nvSpPr>
        <p:spPr>
          <a:xfrm>
            <a:off x="1642564" y="119950"/>
            <a:ext cx="86360" cy="150495"/>
          </a:xfrm>
          <a:custGeom>
            <a:avLst/>
            <a:gdLst/>
            <a:ahLst/>
            <a:cxnLst/>
            <a:rect l="l" t="t" r="r" b="b"/>
            <a:pathLst>
              <a:path w="86360" h="150495">
                <a:moveTo>
                  <a:pt x="0" y="150113"/>
                </a:moveTo>
                <a:lnTo>
                  <a:pt x="0" y="0"/>
                </a:lnTo>
                <a:lnTo>
                  <a:pt x="35813" y="0"/>
                </a:lnTo>
                <a:lnTo>
                  <a:pt x="57149" y="6857"/>
                </a:lnTo>
                <a:lnTo>
                  <a:pt x="71627" y="21335"/>
                </a:lnTo>
                <a:lnTo>
                  <a:pt x="78485" y="35813"/>
                </a:lnTo>
                <a:lnTo>
                  <a:pt x="86106" y="64007"/>
                </a:lnTo>
                <a:lnTo>
                  <a:pt x="86106" y="86105"/>
                </a:lnTo>
                <a:lnTo>
                  <a:pt x="78486" y="114299"/>
                </a:lnTo>
                <a:lnTo>
                  <a:pt x="71628" y="128777"/>
                </a:lnTo>
                <a:lnTo>
                  <a:pt x="57150" y="143255"/>
                </a:lnTo>
                <a:lnTo>
                  <a:pt x="35814" y="150113"/>
                </a:lnTo>
                <a:lnTo>
                  <a:pt x="0" y="150113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1" name="object 1021" descr=""/>
          <p:cNvSpPr/>
          <p:nvPr/>
        </p:nvSpPr>
        <p:spPr>
          <a:xfrm>
            <a:off x="165808" y="119950"/>
            <a:ext cx="100965" cy="150495"/>
          </a:xfrm>
          <a:custGeom>
            <a:avLst/>
            <a:gdLst/>
            <a:ahLst/>
            <a:cxnLst/>
            <a:rect l="l" t="t" r="r" b="b"/>
            <a:pathLst>
              <a:path w="100964" h="150495">
                <a:moveTo>
                  <a:pt x="0" y="150113"/>
                </a:moveTo>
                <a:lnTo>
                  <a:pt x="0" y="0"/>
                </a:lnTo>
                <a:lnTo>
                  <a:pt x="50292" y="107441"/>
                </a:lnTo>
                <a:lnTo>
                  <a:pt x="100583" y="0"/>
                </a:lnTo>
                <a:lnTo>
                  <a:pt x="100584" y="150113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22" name="object 1022" descr=""/>
          <p:cNvGrpSpPr/>
          <p:nvPr/>
        </p:nvGrpSpPr>
        <p:grpSpPr>
          <a:xfrm>
            <a:off x="326971" y="116521"/>
            <a:ext cx="233045" cy="157480"/>
            <a:chOff x="326971" y="116521"/>
            <a:chExt cx="233045" cy="157480"/>
          </a:xfrm>
        </p:grpSpPr>
        <p:sp>
          <p:nvSpPr>
            <p:cNvPr id="1023" name="object 1023" descr=""/>
            <p:cNvSpPr/>
            <p:nvPr/>
          </p:nvSpPr>
          <p:spPr>
            <a:xfrm>
              <a:off x="330400" y="119950"/>
              <a:ext cx="100965" cy="150495"/>
            </a:xfrm>
            <a:custGeom>
              <a:avLst/>
              <a:gdLst/>
              <a:ahLst/>
              <a:cxnLst/>
              <a:rect l="l" t="t" r="r" b="b"/>
              <a:pathLst>
                <a:path w="100965" h="150495">
                  <a:moveTo>
                    <a:pt x="35814" y="0"/>
                  </a:moveTo>
                  <a:lnTo>
                    <a:pt x="79248" y="6857"/>
                  </a:lnTo>
                  <a:lnTo>
                    <a:pt x="100584" y="50291"/>
                  </a:lnTo>
                  <a:lnTo>
                    <a:pt x="100584" y="99822"/>
                  </a:lnTo>
                  <a:lnTo>
                    <a:pt x="93726" y="128778"/>
                  </a:lnTo>
                  <a:lnTo>
                    <a:pt x="79248" y="143256"/>
                  </a:lnTo>
                  <a:lnTo>
                    <a:pt x="64770" y="150114"/>
                  </a:lnTo>
                  <a:lnTo>
                    <a:pt x="35814" y="150114"/>
                  </a:lnTo>
                  <a:lnTo>
                    <a:pt x="22098" y="143256"/>
                  </a:lnTo>
                  <a:lnTo>
                    <a:pt x="7620" y="128778"/>
                  </a:lnTo>
                  <a:lnTo>
                    <a:pt x="0" y="99822"/>
                  </a:lnTo>
                  <a:lnTo>
                    <a:pt x="0" y="50292"/>
                  </a:lnTo>
                  <a:lnTo>
                    <a:pt x="7620" y="21336"/>
                  </a:lnTo>
                  <a:lnTo>
                    <a:pt x="22098" y="6858"/>
                  </a:lnTo>
                  <a:lnTo>
                    <a:pt x="3581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4" name="object 1024" descr=""/>
            <p:cNvSpPr/>
            <p:nvPr/>
          </p:nvSpPr>
          <p:spPr>
            <a:xfrm>
              <a:off x="474418" y="119950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 h="0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5" name="object 1025" descr=""/>
            <p:cNvSpPr/>
            <p:nvPr/>
          </p:nvSpPr>
          <p:spPr>
            <a:xfrm>
              <a:off x="517090" y="119950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6" name="object 1026" descr=""/>
          <p:cNvGrpSpPr/>
          <p:nvPr/>
        </p:nvGrpSpPr>
        <p:grpSpPr>
          <a:xfrm>
            <a:off x="606625" y="119950"/>
            <a:ext cx="93345" cy="150495"/>
            <a:chOff x="606625" y="119950"/>
            <a:chExt cx="93345" cy="150495"/>
          </a:xfrm>
        </p:grpSpPr>
        <p:sp>
          <p:nvSpPr>
            <p:cNvPr id="1027" name="object 1027" descr=""/>
            <p:cNvSpPr/>
            <p:nvPr/>
          </p:nvSpPr>
          <p:spPr>
            <a:xfrm>
              <a:off x="610054" y="119950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8" name="object 1028" descr=""/>
            <p:cNvSpPr/>
            <p:nvPr/>
          </p:nvSpPr>
          <p:spPr>
            <a:xfrm>
              <a:off x="610054" y="191578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 h="0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9" name="object 1029" descr=""/>
            <p:cNvSpPr/>
            <p:nvPr/>
          </p:nvSpPr>
          <p:spPr>
            <a:xfrm>
              <a:off x="696160" y="119950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0" name="object 1030" descr=""/>
          <p:cNvGrpSpPr/>
          <p:nvPr/>
        </p:nvGrpSpPr>
        <p:grpSpPr>
          <a:xfrm>
            <a:off x="764359" y="116521"/>
            <a:ext cx="78740" cy="157480"/>
            <a:chOff x="764359" y="116521"/>
            <a:chExt cx="78740" cy="157480"/>
          </a:xfrm>
        </p:grpSpPr>
        <p:sp>
          <p:nvSpPr>
            <p:cNvPr id="1031" name="object 1031" descr=""/>
            <p:cNvSpPr/>
            <p:nvPr/>
          </p:nvSpPr>
          <p:spPr>
            <a:xfrm>
              <a:off x="767788" y="191578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50800" h="0">
                  <a:moveTo>
                    <a:pt x="0" y="0"/>
                  </a:moveTo>
                  <a:lnTo>
                    <a:pt x="50292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2" name="object 1032" descr=""/>
            <p:cNvSpPr/>
            <p:nvPr/>
          </p:nvSpPr>
          <p:spPr>
            <a:xfrm>
              <a:off x="767788" y="119950"/>
              <a:ext cx="71755" cy="150495"/>
            </a:xfrm>
            <a:custGeom>
              <a:avLst/>
              <a:gdLst/>
              <a:ahLst/>
              <a:cxnLst/>
              <a:rect l="l" t="t" r="r" b="b"/>
              <a:pathLst>
                <a:path w="71755" h="150495">
                  <a:moveTo>
                    <a:pt x="71628" y="150113"/>
                  </a:moveTo>
                  <a:lnTo>
                    <a:pt x="0" y="150113"/>
                  </a:lnTo>
                  <a:lnTo>
                    <a:pt x="0" y="0"/>
                  </a:lnTo>
                  <a:lnTo>
                    <a:pt x="7162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3" name="object 1033" descr=""/>
          <p:cNvGrpSpPr/>
          <p:nvPr/>
        </p:nvGrpSpPr>
        <p:grpSpPr>
          <a:xfrm>
            <a:off x="900757" y="116521"/>
            <a:ext cx="95250" cy="157480"/>
            <a:chOff x="900757" y="116521"/>
            <a:chExt cx="95250" cy="157480"/>
          </a:xfrm>
        </p:grpSpPr>
        <p:sp>
          <p:nvSpPr>
            <p:cNvPr id="1034" name="object 1034" descr=""/>
            <p:cNvSpPr/>
            <p:nvPr/>
          </p:nvSpPr>
          <p:spPr>
            <a:xfrm>
              <a:off x="940000" y="198436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5" name="object 1035" descr=""/>
            <p:cNvSpPr/>
            <p:nvPr/>
          </p:nvSpPr>
          <p:spPr>
            <a:xfrm>
              <a:off x="904186" y="119950"/>
              <a:ext cx="88265" cy="150495"/>
            </a:xfrm>
            <a:custGeom>
              <a:avLst/>
              <a:gdLst/>
              <a:ahLst/>
              <a:cxnLst/>
              <a:rect l="l" t="t" r="r" b="b"/>
              <a:pathLst>
                <a:path w="88265" h="150495">
                  <a:moveTo>
                    <a:pt x="0" y="150113"/>
                  </a:moveTo>
                  <a:lnTo>
                    <a:pt x="0" y="0"/>
                  </a:lnTo>
                  <a:lnTo>
                    <a:pt x="57149" y="0"/>
                  </a:lnTo>
                  <a:lnTo>
                    <a:pt x="71627" y="6857"/>
                  </a:lnTo>
                  <a:lnTo>
                    <a:pt x="83808" y="22152"/>
                  </a:lnTo>
                  <a:lnTo>
                    <a:pt x="87810" y="38933"/>
                  </a:lnTo>
                  <a:lnTo>
                    <a:pt x="83722" y="55869"/>
                  </a:lnTo>
                  <a:lnTo>
                    <a:pt x="71628" y="71627"/>
                  </a:lnTo>
                  <a:lnTo>
                    <a:pt x="57150" y="78485"/>
                  </a:lnTo>
                  <a:lnTo>
                    <a:pt x="0" y="78485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6" name="object 1036" descr=""/>
          <p:cNvSpPr/>
          <p:nvPr/>
        </p:nvSpPr>
        <p:spPr>
          <a:xfrm>
            <a:off x="1055062" y="119950"/>
            <a:ext cx="86995" cy="150495"/>
          </a:xfrm>
          <a:custGeom>
            <a:avLst/>
            <a:gdLst/>
            <a:ahLst/>
            <a:cxnLst/>
            <a:rect l="l" t="t" r="r" b="b"/>
            <a:pathLst>
              <a:path w="86994" h="150495">
                <a:moveTo>
                  <a:pt x="49530" y="71627"/>
                </a:moveTo>
                <a:lnTo>
                  <a:pt x="71628" y="78485"/>
                </a:lnTo>
                <a:lnTo>
                  <a:pt x="83108" y="93885"/>
                </a:lnTo>
                <a:lnTo>
                  <a:pt x="86934" y="110870"/>
                </a:lnTo>
                <a:lnTo>
                  <a:pt x="83108" y="127856"/>
                </a:lnTo>
                <a:lnTo>
                  <a:pt x="71628" y="143255"/>
                </a:lnTo>
                <a:lnTo>
                  <a:pt x="57150" y="150113"/>
                </a:lnTo>
                <a:lnTo>
                  <a:pt x="0" y="150113"/>
                </a:lnTo>
                <a:lnTo>
                  <a:pt x="0" y="0"/>
                </a:lnTo>
                <a:lnTo>
                  <a:pt x="49530" y="0"/>
                </a:lnTo>
                <a:lnTo>
                  <a:pt x="79238" y="35432"/>
                </a:lnTo>
                <a:lnTo>
                  <a:pt x="49530" y="71627"/>
                </a:lnTo>
                <a:lnTo>
                  <a:pt x="0" y="71627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7" name="object 1037" descr=""/>
          <p:cNvSpPr/>
          <p:nvPr/>
        </p:nvSpPr>
        <p:spPr>
          <a:xfrm>
            <a:off x="1198318" y="119950"/>
            <a:ext cx="100330" cy="150495"/>
          </a:xfrm>
          <a:custGeom>
            <a:avLst/>
            <a:gdLst/>
            <a:ahLst/>
            <a:cxnLst/>
            <a:rect l="l" t="t" r="r" b="b"/>
            <a:pathLst>
              <a:path w="100330" h="150495">
                <a:moveTo>
                  <a:pt x="35813" y="0"/>
                </a:moveTo>
                <a:lnTo>
                  <a:pt x="78485" y="6857"/>
                </a:lnTo>
                <a:lnTo>
                  <a:pt x="99821" y="50291"/>
                </a:lnTo>
                <a:lnTo>
                  <a:pt x="99821" y="99822"/>
                </a:lnTo>
                <a:lnTo>
                  <a:pt x="92963" y="128778"/>
                </a:lnTo>
                <a:lnTo>
                  <a:pt x="78485" y="143256"/>
                </a:lnTo>
                <a:lnTo>
                  <a:pt x="64007" y="150114"/>
                </a:lnTo>
                <a:lnTo>
                  <a:pt x="35813" y="150114"/>
                </a:lnTo>
                <a:lnTo>
                  <a:pt x="21335" y="143256"/>
                </a:lnTo>
                <a:lnTo>
                  <a:pt x="6857" y="128778"/>
                </a:lnTo>
                <a:lnTo>
                  <a:pt x="0" y="99822"/>
                </a:lnTo>
                <a:lnTo>
                  <a:pt x="0" y="50292"/>
                </a:lnTo>
                <a:lnTo>
                  <a:pt x="6857" y="21336"/>
                </a:lnTo>
                <a:lnTo>
                  <a:pt x="21335" y="6858"/>
                </a:lnTo>
                <a:lnTo>
                  <a:pt x="35813" y="0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38" name="object 1038" descr=""/>
          <p:cNvGrpSpPr/>
          <p:nvPr/>
        </p:nvGrpSpPr>
        <p:grpSpPr>
          <a:xfrm>
            <a:off x="1338145" y="116521"/>
            <a:ext cx="107950" cy="157480"/>
            <a:chOff x="1338145" y="116521"/>
            <a:chExt cx="107950" cy="157480"/>
          </a:xfrm>
        </p:grpSpPr>
        <p:sp>
          <p:nvSpPr>
            <p:cNvPr id="1039" name="object 1039" descr=""/>
            <p:cNvSpPr/>
            <p:nvPr/>
          </p:nvSpPr>
          <p:spPr>
            <a:xfrm>
              <a:off x="1356052" y="227392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 h="0">
                  <a:moveTo>
                    <a:pt x="0" y="0"/>
                  </a:moveTo>
                  <a:lnTo>
                    <a:pt x="7162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0" name="object 1040" descr=""/>
            <p:cNvSpPr/>
            <p:nvPr/>
          </p:nvSpPr>
          <p:spPr>
            <a:xfrm>
              <a:off x="1341574" y="119950"/>
              <a:ext cx="100965" cy="150495"/>
            </a:xfrm>
            <a:custGeom>
              <a:avLst/>
              <a:gdLst/>
              <a:ahLst/>
              <a:cxnLst/>
              <a:rect l="l" t="t" r="r" b="b"/>
              <a:pathLst>
                <a:path w="100965" h="150495">
                  <a:moveTo>
                    <a:pt x="0" y="150113"/>
                  </a:moveTo>
                  <a:lnTo>
                    <a:pt x="50291" y="0"/>
                  </a:lnTo>
                  <a:lnTo>
                    <a:pt x="100584" y="150113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1" name="object 1041" descr=""/>
          <p:cNvGrpSpPr/>
          <p:nvPr/>
        </p:nvGrpSpPr>
        <p:grpSpPr>
          <a:xfrm>
            <a:off x="1488259" y="116521"/>
            <a:ext cx="94615" cy="157480"/>
            <a:chOff x="1488259" y="116521"/>
            <a:chExt cx="94615" cy="157480"/>
          </a:xfrm>
        </p:grpSpPr>
        <p:sp>
          <p:nvSpPr>
            <p:cNvPr id="1042" name="object 1042" descr=""/>
            <p:cNvSpPr/>
            <p:nvPr/>
          </p:nvSpPr>
          <p:spPr>
            <a:xfrm>
              <a:off x="1527502" y="198436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3" name="object 1043" descr=""/>
            <p:cNvSpPr/>
            <p:nvPr/>
          </p:nvSpPr>
          <p:spPr>
            <a:xfrm>
              <a:off x="1491688" y="119950"/>
              <a:ext cx="87630" cy="150495"/>
            </a:xfrm>
            <a:custGeom>
              <a:avLst/>
              <a:gdLst/>
              <a:ahLst/>
              <a:cxnLst/>
              <a:rect l="l" t="t" r="r" b="b"/>
              <a:pathLst>
                <a:path w="87630" h="150495">
                  <a:moveTo>
                    <a:pt x="0" y="150113"/>
                  </a:moveTo>
                  <a:lnTo>
                    <a:pt x="0" y="0"/>
                  </a:lnTo>
                  <a:lnTo>
                    <a:pt x="57911" y="0"/>
                  </a:lnTo>
                  <a:lnTo>
                    <a:pt x="71627" y="6857"/>
                  </a:lnTo>
                  <a:lnTo>
                    <a:pt x="83491" y="20655"/>
                  </a:lnTo>
                  <a:lnTo>
                    <a:pt x="87510" y="38647"/>
                  </a:lnTo>
                  <a:lnTo>
                    <a:pt x="83588" y="56937"/>
                  </a:lnTo>
                  <a:lnTo>
                    <a:pt x="71628" y="71627"/>
                  </a:lnTo>
                  <a:lnTo>
                    <a:pt x="57912" y="78485"/>
                  </a:lnTo>
                  <a:lnTo>
                    <a:pt x="0" y="78485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4" name="object 1044" descr=""/>
          <p:cNvSpPr/>
          <p:nvPr/>
        </p:nvSpPr>
        <p:spPr>
          <a:xfrm>
            <a:off x="1642564" y="119950"/>
            <a:ext cx="86360" cy="150495"/>
          </a:xfrm>
          <a:custGeom>
            <a:avLst/>
            <a:gdLst/>
            <a:ahLst/>
            <a:cxnLst/>
            <a:rect l="l" t="t" r="r" b="b"/>
            <a:pathLst>
              <a:path w="86360" h="150495">
                <a:moveTo>
                  <a:pt x="0" y="150113"/>
                </a:moveTo>
                <a:lnTo>
                  <a:pt x="0" y="0"/>
                </a:lnTo>
                <a:lnTo>
                  <a:pt x="35813" y="0"/>
                </a:lnTo>
                <a:lnTo>
                  <a:pt x="57149" y="6857"/>
                </a:lnTo>
                <a:lnTo>
                  <a:pt x="71627" y="21335"/>
                </a:lnTo>
                <a:lnTo>
                  <a:pt x="78485" y="35813"/>
                </a:lnTo>
                <a:lnTo>
                  <a:pt x="86106" y="64007"/>
                </a:lnTo>
                <a:lnTo>
                  <a:pt x="86106" y="86105"/>
                </a:lnTo>
                <a:lnTo>
                  <a:pt x="78486" y="114299"/>
                </a:lnTo>
                <a:lnTo>
                  <a:pt x="71628" y="128777"/>
                </a:lnTo>
                <a:lnTo>
                  <a:pt x="57150" y="143255"/>
                </a:lnTo>
                <a:lnTo>
                  <a:pt x="35814" y="150113"/>
                </a:lnTo>
                <a:lnTo>
                  <a:pt x="0" y="150113"/>
                </a:lnTo>
              </a:path>
            </a:pathLst>
          </a:custGeom>
          <a:ln w="6858">
            <a:solidFill>
              <a:srgbClr val="4747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5" name="object 1045" descr=""/>
          <p:cNvSpPr/>
          <p:nvPr/>
        </p:nvSpPr>
        <p:spPr>
          <a:xfrm>
            <a:off x="178762" y="141286"/>
            <a:ext cx="100965" cy="150495"/>
          </a:xfrm>
          <a:custGeom>
            <a:avLst/>
            <a:gdLst/>
            <a:ahLst/>
            <a:cxnLst/>
            <a:rect l="l" t="t" r="r" b="b"/>
            <a:pathLst>
              <a:path w="100964" h="150495">
                <a:moveTo>
                  <a:pt x="0" y="150113"/>
                </a:moveTo>
                <a:lnTo>
                  <a:pt x="0" y="0"/>
                </a:lnTo>
                <a:lnTo>
                  <a:pt x="50292" y="107441"/>
                </a:lnTo>
                <a:lnTo>
                  <a:pt x="100583" y="0"/>
                </a:lnTo>
                <a:lnTo>
                  <a:pt x="100584" y="150113"/>
                </a:lnTo>
              </a:path>
            </a:pathLst>
          </a:custGeom>
          <a:ln w="6858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46" name="object 1046" descr=""/>
          <p:cNvGrpSpPr/>
          <p:nvPr/>
        </p:nvGrpSpPr>
        <p:grpSpPr>
          <a:xfrm>
            <a:off x="339925" y="137857"/>
            <a:ext cx="233045" cy="157480"/>
            <a:chOff x="339925" y="137857"/>
            <a:chExt cx="233045" cy="157480"/>
          </a:xfrm>
        </p:grpSpPr>
        <p:sp>
          <p:nvSpPr>
            <p:cNvPr id="1047" name="object 1047" descr=""/>
            <p:cNvSpPr/>
            <p:nvPr/>
          </p:nvSpPr>
          <p:spPr>
            <a:xfrm>
              <a:off x="343354" y="141286"/>
              <a:ext cx="100965" cy="150495"/>
            </a:xfrm>
            <a:custGeom>
              <a:avLst/>
              <a:gdLst/>
              <a:ahLst/>
              <a:cxnLst/>
              <a:rect l="l" t="t" r="r" b="b"/>
              <a:pathLst>
                <a:path w="100965" h="150495">
                  <a:moveTo>
                    <a:pt x="35814" y="0"/>
                  </a:moveTo>
                  <a:lnTo>
                    <a:pt x="79248" y="6857"/>
                  </a:lnTo>
                  <a:lnTo>
                    <a:pt x="100584" y="50291"/>
                  </a:lnTo>
                  <a:lnTo>
                    <a:pt x="100584" y="100584"/>
                  </a:lnTo>
                  <a:lnTo>
                    <a:pt x="93726" y="128778"/>
                  </a:lnTo>
                  <a:lnTo>
                    <a:pt x="79248" y="143256"/>
                  </a:lnTo>
                  <a:lnTo>
                    <a:pt x="64770" y="150114"/>
                  </a:lnTo>
                  <a:lnTo>
                    <a:pt x="35814" y="150114"/>
                  </a:lnTo>
                  <a:lnTo>
                    <a:pt x="22098" y="143256"/>
                  </a:lnTo>
                  <a:lnTo>
                    <a:pt x="7620" y="128778"/>
                  </a:lnTo>
                  <a:lnTo>
                    <a:pt x="0" y="100584"/>
                  </a:lnTo>
                  <a:lnTo>
                    <a:pt x="0" y="50292"/>
                  </a:lnTo>
                  <a:lnTo>
                    <a:pt x="7620" y="21336"/>
                  </a:lnTo>
                  <a:lnTo>
                    <a:pt x="22098" y="6858"/>
                  </a:lnTo>
                  <a:lnTo>
                    <a:pt x="35814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8" name="object 1048" descr=""/>
            <p:cNvSpPr/>
            <p:nvPr/>
          </p:nvSpPr>
          <p:spPr>
            <a:xfrm>
              <a:off x="486610" y="141286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 h="0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9" name="object 1049" descr=""/>
            <p:cNvSpPr/>
            <p:nvPr/>
          </p:nvSpPr>
          <p:spPr>
            <a:xfrm>
              <a:off x="530044" y="141286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0" name="object 1050" descr=""/>
          <p:cNvGrpSpPr/>
          <p:nvPr/>
        </p:nvGrpSpPr>
        <p:grpSpPr>
          <a:xfrm>
            <a:off x="619579" y="141286"/>
            <a:ext cx="93345" cy="150495"/>
            <a:chOff x="619579" y="141286"/>
            <a:chExt cx="93345" cy="150495"/>
          </a:xfrm>
        </p:grpSpPr>
        <p:sp>
          <p:nvSpPr>
            <p:cNvPr id="1051" name="object 1051" descr=""/>
            <p:cNvSpPr/>
            <p:nvPr/>
          </p:nvSpPr>
          <p:spPr>
            <a:xfrm>
              <a:off x="623008" y="141286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2" name="object 1052" descr=""/>
            <p:cNvSpPr/>
            <p:nvPr/>
          </p:nvSpPr>
          <p:spPr>
            <a:xfrm>
              <a:off x="623008" y="212914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 h="0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3" name="object 1053" descr=""/>
            <p:cNvSpPr/>
            <p:nvPr/>
          </p:nvSpPr>
          <p:spPr>
            <a:xfrm>
              <a:off x="709114" y="141286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150113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4" name="object 1054" descr=""/>
          <p:cNvGrpSpPr/>
          <p:nvPr/>
        </p:nvGrpSpPr>
        <p:grpSpPr>
          <a:xfrm>
            <a:off x="777313" y="137857"/>
            <a:ext cx="78740" cy="157480"/>
            <a:chOff x="777313" y="137857"/>
            <a:chExt cx="78740" cy="157480"/>
          </a:xfrm>
        </p:grpSpPr>
        <p:sp>
          <p:nvSpPr>
            <p:cNvPr id="1055" name="object 1055" descr=""/>
            <p:cNvSpPr/>
            <p:nvPr/>
          </p:nvSpPr>
          <p:spPr>
            <a:xfrm>
              <a:off x="780742" y="212914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50800" h="0">
                  <a:moveTo>
                    <a:pt x="0" y="0"/>
                  </a:moveTo>
                  <a:lnTo>
                    <a:pt x="50292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6" name="object 1056" descr=""/>
            <p:cNvSpPr/>
            <p:nvPr/>
          </p:nvSpPr>
          <p:spPr>
            <a:xfrm>
              <a:off x="780742" y="141286"/>
              <a:ext cx="71755" cy="150495"/>
            </a:xfrm>
            <a:custGeom>
              <a:avLst/>
              <a:gdLst/>
              <a:ahLst/>
              <a:cxnLst/>
              <a:rect l="l" t="t" r="r" b="b"/>
              <a:pathLst>
                <a:path w="71755" h="150495">
                  <a:moveTo>
                    <a:pt x="71628" y="150113"/>
                  </a:moveTo>
                  <a:lnTo>
                    <a:pt x="0" y="150113"/>
                  </a:lnTo>
                  <a:lnTo>
                    <a:pt x="0" y="0"/>
                  </a:lnTo>
                  <a:lnTo>
                    <a:pt x="71628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7" name="object 1057" descr=""/>
          <p:cNvGrpSpPr/>
          <p:nvPr/>
        </p:nvGrpSpPr>
        <p:grpSpPr>
          <a:xfrm>
            <a:off x="913710" y="137857"/>
            <a:ext cx="94615" cy="157480"/>
            <a:chOff x="913710" y="137857"/>
            <a:chExt cx="94615" cy="157480"/>
          </a:xfrm>
        </p:grpSpPr>
        <p:sp>
          <p:nvSpPr>
            <p:cNvPr id="1058" name="object 1058" descr=""/>
            <p:cNvSpPr/>
            <p:nvPr/>
          </p:nvSpPr>
          <p:spPr>
            <a:xfrm>
              <a:off x="952953" y="219772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9" name="object 1059" descr=""/>
            <p:cNvSpPr/>
            <p:nvPr/>
          </p:nvSpPr>
          <p:spPr>
            <a:xfrm>
              <a:off x="917139" y="141286"/>
              <a:ext cx="88265" cy="150495"/>
            </a:xfrm>
            <a:custGeom>
              <a:avLst/>
              <a:gdLst/>
              <a:ahLst/>
              <a:cxnLst/>
              <a:rect l="l" t="t" r="r" b="b"/>
              <a:pathLst>
                <a:path w="88265" h="150495">
                  <a:moveTo>
                    <a:pt x="0" y="150113"/>
                  </a:moveTo>
                  <a:lnTo>
                    <a:pt x="0" y="0"/>
                  </a:lnTo>
                  <a:lnTo>
                    <a:pt x="57149" y="0"/>
                  </a:lnTo>
                  <a:lnTo>
                    <a:pt x="71627" y="6857"/>
                  </a:lnTo>
                  <a:lnTo>
                    <a:pt x="83513" y="22502"/>
                  </a:lnTo>
                  <a:lnTo>
                    <a:pt x="87663" y="39523"/>
                  </a:lnTo>
                  <a:lnTo>
                    <a:pt x="83795" y="56405"/>
                  </a:lnTo>
                  <a:lnTo>
                    <a:pt x="71628" y="71627"/>
                  </a:lnTo>
                  <a:lnTo>
                    <a:pt x="57150" y="78485"/>
                  </a:lnTo>
                  <a:lnTo>
                    <a:pt x="0" y="78485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0" name="object 1060" descr=""/>
          <p:cNvSpPr/>
          <p:nvPr/>
        </p:nvSpPr>
        <p:spPr>
          <a:xfrm>
            <a:off x="1067254" y="141286"/>
            <a:ext cx="87630" cy="150495"/>
          </a:xfrm>
          <a:custGeom>
            <a:avLst/>
            <a:gdLst/>
            <a:ahLst/>
            <a:cxnLst/>
            <a:rect l="l" t="t" r="r" b="b"/>
            <a:pathLst>
              <a:path w="87630" h="150495">
                <a:moveTo>
                  <a:pt x="50291" y="71627"/>
                </a:moveTo>
                <a:lnTo>
                  <a:pt x="72389" y="78485"/>
                </a:lnTo>
                <a:lnTo>
                  <a:pt x="83573" y="93535"/>
                </a:lnTo>
                <a:lnTo>
                  <a:pt x="87439" y="111223"/>
                </a:lnTo>
                <a:lnTo>
                  <a:pt x="83780" y="128735"/>
                </a:lnTo>
                <a:lnTo>
                  <a:pt x="72389" y="143255"/>
                </a:lnTo>
                <a:lnTo>
                  <a:pt x="57911" y="150113"/>
                </a:lnTo>
                <a:lnTo>
                  <a:pt x="0" y="150113"/>
                </a:lnTo>
                <a:lnTo>
                  <a:pt x="0" y="0"/>
                </a:lnTo>
                <a:lnTo>
                  <a:pt x="50291" y="0"/>
                </a:lnTo>
                <a:lnTo>
                  <a:pt x="79971" y="35813"/>
                </a:lnTo>
                <a:lnTo>
                  <a:pt x="50291" y="71627"/>
                </a:lnTo>
                <a:lnTo>
                  <a:pt x="0" y="71627"/>
                </a:lnTo>
              </a:path>
            </a:pathLst>
          </a:custGeom>
          <a:ln w="6858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1" name="object 1061" descr=""/>
          <p:cNvSpPr/>
          <p:nvPr/>
        </p:nvSpPr>
        <p:spPr>
          <a:xfrm>
            <a:off x="1211271" y="141286"/>
            <a:ext cx="100330" cy="150495"/>
          </a:xfrm>
          <a:custGeom>
            <a:avLst/>
            <a:gdLst/>
            <a:ahLst/>
            <a:cxnLst/>
            <a:rect l="l" t="t" r="r" b="b"/>
            <a:pathLst>
              <a:path w="100330" h="150495">
                <a:moveTo>
                  <a:pt x="35813" y="0"/>
                </a:moveTo>
                <a:lnTo>
                  <a:pt x="78485" y="6857"/>
                </a:lnTo>
                <a:lnTo>
                  <a:pt x="99821" y="50291"/>
                </a:lnTo>
                <a:lnTo>
                  <a:pt x="99821" y="100584"/>
                </a:lnTo>
                <a:lnTo>
                  <a:pt x="92963" y="128778"/>
                </a:lnTo>
                <a:lnTo>
                  <a:pt x="78485" y="143256"/>
                </a:lnTo>
                <a:lnTo>
                  <a:pt x="64007" y="150114"/>
                </a:lnTo>
                <a:lnTo>
                  <a:pt x="35813" y="150114"/>
                </a:lnTo>
                <a:lnTo>
                  <a:pt x="21335" y="143256"/>
                </a:lnTo>
                <a:lnTo>
                  <a:pt x="6857" y="128778"/>
                </a:lnTo>
                <a:lnTo>
                  <a:pt x="0" y="100584"/>
                </a:lnTo>
                <a:lnTo>
                  <a:pt x="0" y="50292"/>
                </a:lnTo>
                <a:lnTo>
                  <a:pt x="6857" y="21336"/>
                </a:lnTo>
                <a:lnTo>
                  <a:pt x="21335" y="6858"/>
                </a:lnTo>
                <a:lnTo>
                  <a:pt x="35813" y="0"/>
                </a:lnTo>
              </a:path>
            </a:pathLst>
          </a:custGeom>
          <a:ln w="6858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62" name="object 1062" descr=""/>
          <p:cNvGrpSpPr/>
          <p:nvPr/>
        </p:nvGrpSpPr>
        <p:grpSpPr>
          <a:xfrm>
            <a:off x="1351099" y="137857"/>
            <a:ext cx="106680" cy="157480"/>
            <a:chOff x="1351099" y="137857"/>
            <a:chExt cx="106680" cy="157480"/>
          </a:xfrm>
        </p:grpSpPr>
        <p:sp>
          <p:nvSpPr>
            <p:cNvPr id="1063" name="object 1063" descr=""/>
            <p:cNvSpPr/>
            <p:nvPr/>
          </p:nvSpPr>
          <p:spPr>
            <a:xfrm>
              <a:off x="1369006" y="248728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 h="0">
                  <a:moveTo>
                    <a:pt x="0" y="0"/>
                  </a:moveTo>
                  <a:lnTo>
                    <a:pt x="71628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4" name="object 1064" descr=""/>
            <p:cNvSpPr/>
            <p:nvPr/>
          </p:nvSpPr>
          <p:spPr>
            <a:xfrm>
              <a:off x="1354528" y="141286"/>
              <a:ext cx="100330" cy="150495"/>
            </a:xfrm>
            <a:custGeom>
              <a:avLst/>
              <a:gdLst/>
              <a:ahLst/>
              <a:cxnLst/>
              <a:rect l="l" t="t" r="r" b="b"/>
              <a:pathLst>
                <a:path w="100330" h="150495">
                  <a:moveTo>
                    <a:pt x="0" y="150113"/>
                  </a:moveTo>
                  <a:lnTo>
                    <a:pt x="50291" y="0"/>
                  </a:lnTo>
                  <a:lnTo>
                    <a:pt x="99822" y="150113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5" name="object 1065" descr=""/>
          <p:cNvGrpSpPr/>
          <p:nvPr/>
        </p:nvGrpSpPr>
        <p:grpSpPr>
          <a:xfrm>
            <a:off x="1501213" y="137857"/>
            <a:ext cx="94615" cy="157480"/>
            <a:chOff x="1501213" y="137857"/>
            <a:chExt cx="94615" cy="157480"/>
          </a:xfrm>
        </p:grpSpPr>
        <p:sp>
          <p:nvSpPr>
            <p:cNvPr id="1066" name="object 1066" descr=""/>
            <p:cNvSpPr/>
            <p:nvPr/>
          </p:nvSpPr>
          <p:spPr>
            <a:xfrm>
              <a:off x="1540456" y="219772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7" name="object 1067" descr=""/>
            <p:cNvSpPr/>
            <p:nvPr/>
          </p:nvSpPr>
          <p:spPr>
            <a:xfrm>
              <a:off x="1504642" y="141286"/>
              <a:ext cx="87630" cy="150495"/>
            </a:xfrm>
            <a:custGeom>
              <a:avLst/>
              <a:gdLst/>
              <a:ahLst/>
              <a:cxnLst/>
              <a:rect l="l" t="t" r="r" b="b"/>
              <a:pathLst>
                <a:path w="87630" h="150495">
                  <a:moveTo>
                    <a:pt x="0" y="150113"/>
                  </a:moveTo>
                  <a:lnTo>
                    <a:pt x="0" y="0"/>
                  </a:lnTo>
                  <a:lnTo>
                    <a:pt x="57911" y="0"/>
                  </a:lnTo>
                  <a:lnTo>
                    <a:pt x="71627" y="6857"/>
                  </a:lnTo>
                  <a:lnTo>
                    <a:pt x="83290" y="21171"/>
                  </a:lnTo>
                  <a:lnTo>
                    <a:pt x="87391" y="39443"/>
                  </a:lnTo>
                  <a:lnTo>
                    <a:pt x="83611" y="57614"/>
                  </a:lnTo>
                  <a:lnTo>
                    <a:pt x="71628" y="71627"/>
                  </a:lnTo>
                  <a:lnTo>
                    <a:pt x="57912" y="78485"/>
                  </a:lnTo>
                  <a:lnTo>
                    <a:pt x="0" y="78485"/>
                  </a:lnTo>
                </a:path>
              </a:pathLst>
            </a:custGeom>
            <a:ln w="6858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8" name="object 1068" descr=""/>
          <p:cNvSpPr/>
          <p:nvPr/>
        </p:nvSpPr>
        <p:spPr>
          <a:xfrm>
            <a:off x="1655517" y="141286"/>
            <a:ext cx="86360" cy="150495"/>
          </a:xfrm>
          <a:custGeom>
            <a:avLst/>
            <a:gdLst/>
            <a:ahLst/>
            <a:cxnLst/>
            <a:rect l="l" t="t" r="r" b="b"/>
            <a:pathLst>
              <a:path w="86360" h="150495">
                <a:moveTo>
                  <a:pt x="0" y="150113"/>
                </a:moveTo>
                <a:lnTo>
                  <a:pt x="0" y="0"/>
                </a:lnTo>
                <a:lnTo>
                  <a:pt x="35813" y="0"/>
                </a:lnTo>
                <a:lnTo>
                  <a:pt x="57149" y="6857"/>
                </a:lnTo>
                <a:lnTo>
                  <a:pt x="71627" y="21335"/>
                </a:lnTo>
                <a:lnTo>
                  <a:pt x="78485" y="35813"/>
                </a:lnTo>
                <a:lnTo>
                  <a:pt x="86106" y="64769"/>
                </a:lnTo>
                <a:lnTo>
                  <a:pt x="86106" y="86105"/>
                </a:lnTo>
                <a:lnTo>
                  <a:pt x="78486" y="114299"/>
                </a:lnTo>
                <a:lnTo>
                  <a:pt x="71628" y="128777"/>
                </a:lnTo>
                <a:lnTo>
                  <a:pt x="57150" y="143255"/>
                </a:lnTo>
                <a:lnTo>
                  <a:pt x="35814" y="150113"/>
                </a:lnTo>
                <a:lnTo>
                  <a:pt x="0" y="150113"/>
                </a:lnTo>
              </a:path>
            </a:pathLst>
          </a:custGeom>
          <a:ln w="6858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69" name="object 1069" descr=""/>
          <p:cNvGrpSpPr/>
          <p:nvPr/>
        </p:nvGrpSpPr>
        <p:grpSpPr>
          <a:xfrm>
            <a:off x="231721" y="457897"/>
            <a:ext cx="508634" cy="49530"/>
            <a:chOff x="231721" y="457897"/>
            <a:chExt cx="508634" cy="49530"/>
          </a:xfrm>
        </p:grpSpPr>
        <p:sp>
          <p:nvSpPr>
            <p:cNvPr id="1070" name="object 1070" descr=""/>
            <p:cNvSpPr/>
            <p:nvPr/>
          </p:nvSpPr>
          <p:spPr>
            <a:xfrm>
              <a:off x="235150" y="461326"/>
              <a:ext cx="25400" cy="43180"/>
            </a:xfrm>
            <a:custGeom>
              <a:avLst/>
              <a:gdLst/>
              <a:ahLst/>
              <a:cxnLst/>
              <a:rect l="l" t="t" r="r" b="b"/>
              <a:pathLst>
                <a:path w="25400" h="43179">
                  <a:moveTo>
                    <a:pt x="0" y="42672"/>
                  </a:moveTo>
                  <a:lnTo>
                    <a:pt x="0" y="0"/>
                  </a:lnTo>
                  <a:lnTo>
                    <a:pt x="16001" y="0"/>
                  </a:lnTo>
                  <a:lnTo>
                    <a:pt x="22733" y="4888"/>
                  </a:lnTo>
                  <a:lnTo>
                    <a:pt x="24845" y="11320"/>
                  </a:lnTo>
                  <a:lnTo>
                    <a:pt x="22536" y="17807"/>
                  </a:lnTo>
                  <a:lnTo>
                    <a:pt x="16002" y="22860"/>
                  </a:lnTo>
                  <a:lnTo>
                    <a:pt x="0" y="2286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1" name="object 1071" descr=""/>
            <p:cNvSpPr/>
            <p:nvPr/>
          </p:nvSpPr>
          <p:spPr>
            <a:xfrm>
              <a:off x="277822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2" name="object 1072" descr=""/>
            <p:cNvSpPr/>
            <p:nvPr/>
          </p:nvSpPr>
          <p:spPr>
            <a:xfrm>
              <a:off x="292300" y="461326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3" name="object 1073" descr=""/>
            <p:cNvSpPr/>
            <p:nvPr/>
          </p:nvSpPr>
          <p:spPr>
            <a:xfrm>
              <a:off x="304492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4" name="object 1074" descr=""/>
            <p:cNvSpPr/>
            <p:nvPr/>
          </p:nvSpPr>
          <p:spPr>
            <a:xfrm>
              <a:off x="328876" y="461326"/>
              <a:ext cx="26670" cy="43180"/>
            </a:xfrm>
            <a:custGeom>
              <a:avLst/>
              <a:gdLst/>
              <a:ahLst/>
              <a:cxnLst/>
              <a:rect l="l" t="t" r="r" b="b"/>
              <a:pathLst>
                <a:path w="26670" h="43179">
                  <a:moveTo>
                    <a:pt x="26670" y="38862"/>
                  </a:moveTo>
                  <a:lnTo>
                    <a:pt x="25146" y="41148"/>
                  </a:lnTo>
                  <a:lnTo>
                    <a:pt x="18288" y="42672"/>
                  </a:lnTo>
                  <a:lnTo>
                    <a:pt x="14478" y="42672"/>
                  </a:lnTo>
                  <a:lnTo>
                    <a:pt x="8382" y="41148"/>
                  </a:lnTo>
                  <a:lnTo>
                    <a:pt x="4572" y="36576"/>
                  </a:lnTo>
                  <a:lnTo>
                    <a:pt x="2286" y="32766"/>
                  </a:lnTo>
                  <a:lnTo>
                    <a:pt x="0" y="24384"/>
                  </a:lnTo>
                  <a:lnTo>
                    <a:pt x="0" y="18288"/>
                  </a:lnTo>
                  <a:lnTo>
                    <a:pt x="1752" y="11185"/>
                  </a:lnTo>
                  <a:lnTo>
                    <a:pt x="5395" y="5024"/>
                  </a:lnTo>
                  <a:lnTo>
                    <a:pt x="10913" y="923"/>
                  </a:lnTo>
                  <a:lnTo>
                    <a:pt x="18288" y="0"/>
                  </a:lnTo>
                  <a:lnTo>
                    <a:pt x="25146" y="2286"/>
                  </a:lnTo>
                  <a:lnTo>
                    <a:pt x="26670" y="381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5" name="object 1075" descr=""/>
            <p:cNvSpPr/>
            <p:nvPr/>
          </p:nvSpPr>
          <p:spPr>
            <a:xfrm>
              <a:off x="373834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6" name="object 1076" descr=""/>
            <p:cNvSpPr/>
            <p:nvPr/>
          </p:nvSpPr>
          <p:spPr>
            <a:xfrm>
              <a:off x="373834" y="481900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4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7" name="object 1077" descr=""/>
            <p:cNvSpPr/>
            <p:nvPr/>
          </p:nvSpPr>
          <p:spPr>
            <a:xfrm>
              <a:off x="398980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8" name="object 1078" descr=""/>
            <p:cNvSpPr/>
            <p:nvPr/>
          </p:nvSpPr>
          <p:spPr>
            <a:xfrm>
              <a:off x="450034" y="461326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5" h="43179">
                  <a:moveTo>
                    <a:pt x="0" y="41148"/>
                  </a:moveTo>
                  <a:lnTo>
                    <a:pt x="6096" y="42672"/>
                  </a:lnTo>
                  <a:lnTo>
                    <a:pt x="16002" y="42672"/>
                  </a:lnTo>
                  <a:lnTo>
                    <a:pt x="20574" y="41148"/>
                  </a:lnTo>
                  <a:lnTo>
                    <a:pt x="22098" y="38862"/>
                  </a:lnTo>
                  <a:lnTo>
                    <a:pt x="24384" y="35052"/>
                  </a:lnTo>
                  <a:lnTo>
                    <a:pt x="24384" y="30480"/>
                  </a:lnTo>
                  <a:lnTo>
                    <a:pt x="22098" y="26670"/>
                  </a:lnTo>
                  <a:lnTo>
                    <a:pt x="20574" y="24384"/>
                  </a:lnTo>
                  <a:lnTo>
                    <a:pt x="16002" y="22860"/>
                  </a:lnTo>
                  <a:lnTo>
                    <a:pt x="8381" y="20574"/>
                  </a:lnTo>
                  <a:lnTo>
                    <a:pt x="3809" y="18288"/>
                  </a:lnTo>
                  <a:lnTo>
                    <a:pt x="2285" y="16764"/>
                  </a:lnTo>
                  <a:lnTo>
                    <a:pt x="0" y="12192"/>
                  </a:lnTo>
                  <a:lnTo>
                    <a:pt x="0" y="8382"/>
                  </a:lnTo>
                  <a:lnTo>
                    <a:pt x="2285" y="3810"/>
                  </a:lnTo>
                  <a:lnTo>
                    <a:pt x="3809" y="2286"/>
                  </a:lnTo>
                  <a:lnTo>
                    <a:pt x="8381" y="0"/>
                  </a:lnTo>
                  <a:lnTo>
                    <a:pt x="18287" y="0"/>
                  </a:lnTo>
                  <a:lnTo>
                    <a:pt x="24383" y="2286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9" name="object 1079" descr=""/>
            <p:cNvSpPr/>
            <p:nvPr/>
          </p:nvSpPr>
          <p:spPr>
            <a:xfrm>
              <a:off x="486610" y="461326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0" name="object 1080" descr=""/>
            <p:cNvSpPr/>
            <p:nvPr/>
          </p:nvSpPr>
          <p:spPr>
            <a:xfrm>
              <a:off x="498802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1" name="object 1081" descr=""/>
            <p:cNvSpPr/>
            <p:nvPr/>
          </p:nvSpPr>
          <p:spPr>
            <a:xfrm>
              <a:off x="523948" y="491806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 h="0">
                  <a:moveTo>
                    <a:pt x="0" y="0"/>
                  </a:moveTo>
                  <a:lnTo>
                    <a:pt x="19812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2" name="object 1082" descr=""/>
            <p:cNvSpPr/>
            <p:nvPr/>
          </p:nvSpPr>
          <p:spPr>
            <a:xfrm>
              <a:off x="519376" y="461326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09" h="43179">
                  <a:moveTo>
                    <a:pt x="0" y="42672"/>
                  </a:moveTo>
                  <a:lnTo>
                    <a:pt x="14477" y="0"/>
                  </a:lnTo>
                  <a:lnTo>
                    <a:pt x="28956" y="4267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3" name="object 1083" descr=""/>
            <p:cNvSpPr/>
            <p:nvPr/>
          </p:nvSpPr>
          <p:spPr>
            <a:xfrm>
              <a:off x="562810" y="461326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5" h="43179">
                  <a:moveTo>
                    <a:pt x="13715" y="20574"/>
                  </a:moveTo>
                  <a:lnTo>
                    <a:pt x="20573" y="22860"/>
                  </a:lnTo>
                  <a:lnTo>
                    <a:pt x="22097" y="24384"/>
                  </a:lnTo>
                  <a:lnTo>
                    <a:pt x="24383" y="28956"/>
                  </a:lnTo>
                  <a:lnTo>
                    <a:pt x="24383" y="35052"/>
                  </a:lnTo>
                  <a:lnTo>
                    <a:pt x="22097" y="38862"/>
                  </a:lnTo>
                  <a:lnTo>
                    <a:pt x="20573" y="41148"/>
                  </a:lnTo>
                  <a:lnTo>
                    <a:pt x="16001" y="42672"/>
                  </a:lnTo>
                  <a:lnTo>
                    <a:pt x="0" y="42672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0" y="20574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4" name="object 1084" descr=""/>
            <p:cNvSpPr/>
            <p:nvPr/>
          </p:nvSpPr>
          <p:spPr>
            <a:xfrm>
              <a:off x="605482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5" name="object 1085" descr=""/>
            <p:cNvSpPr/>
            <p:nvPr/>
          </p:nvSpPr>
          <p:spPr>
            <a:xfrm>
              <a:off x="626056" y="461326"/>
              <a:ext cx="20955" cy="43180"/>
            </a:xfrm>
            <a:custGeom>
              <a:avLst/>
              <a:gdLst/>
              <a:ahLst/>
              <a:cxnLst/>
              <a:rect l="l" t="t" r="r" b="b"/>
              <a:pathLst>
                <a:path w="20954" h="43179">
                  <a:moveTo>
                    <a:pt x="20573" y="42672"/>
                  </a:moveTo>
                  <a:lnTo>
                    <a:pt x="0" y="42672"/>
                  </a:lnTo>
                  <a:lnTo>
                    <a:pt x="0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6" name="object 1086" descr=""/>
            <p:cNvSpPr/>
            <p:nvPr/>
          </p:nvSpPr>
          <p:spPr>
            <a:xfrm>
              <a:off x="661108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7" name="object 1087" descr=""/>
            <p:cNvSpPr/>
            <p:nvPr/>
          </p:nvSpPr>
          <p:spPr>
            <a:xfrm>
              <a:off x="674824" y="461326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4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8" name="object 1088" descr=""/>
            <p:cNvSpPr/>
            <p:nvPr/>
          </p:nvSpPr>
          <p:spPr>
            <a:xfrm>
              <a:off x="687778" y="4613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9" name="object 1089" descr=""/>
            <p:cNvSpPr/>
            <p:nvPr/>
          </p:nvSpPr>
          <p:spPr>
            <a:xfrm>
              <a:off x="722068" y="484186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w="0" h="20320">
                  <a:moveTo>
                    <a:pt x="0" y="0"/>
                  </a:moveTo>
                  <a:lnTo>
                    <a:pt x="0" y="1981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0" name="object 1090" descr=""/>
            <p:cNvSpPr/>
            <p:nvPr/>
          </p:nvSpPr>
          <p:spPr>
            <a:xfrm>
              <a:off x="707590" y="461326"/>
              <a:ext cx="29209" cy="22860"/>
            </a:xfrm>
            <a:custGeom>
              <a:avLst/>
              <a:gdLst/>
              <a:ahLst/>
              <a:cxnLst/>
              <a:rect l="l" t="t" r="r" b="b"/>
              <a:pathLst>
                <a:path w="29209" h="22859">
                  <a:moveTo>
                    <a:pt x="0" y="0"/>
                  </a:moveTo>
                  <a:lnTo>
                    <a:pt x="14478" y="22860"/>
                  </a:lnTo>
                  <a:lnTo>
                    <a:pt x="2895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1" name="object 1091" descr=""/>
          <p:cNvSpPr/>
          <p:nvPr/>
        </p:nvSpPr>
        <p:spPr>
          <a:xfrm>
            <a:off x="191716" y="162622"/>
            <a:ext cx="100965" cy="151130"/>
          </a:xfrm>
          <a:custGeom>
            <a:avLst/>
            <a:gdLst/>
            <a:ahLst/>
            <a:cxnLst/>
            <a:rect l="l" t="t" r="r" b="b"/>
            <a:pathLst>
              <a:path w="100964" h="151129">
                <a:moveTo>
                  <a:pt x="0" y="150875"/>
                </a:moveTo>
                <a:lnTo>
                  <a:pt x="0" y="0"/>
                </a:lnTo>
                <a:lnTo>
                  <a:pt x="50292" y="107441"/>
                </a:lnTo>
                <a:lnTo>
                  <a:pt x="100583" y="0"/>
                </a:lnTo>
                <a:lnTo>
                  <a:pt x="100584" y="150875"/>
                </a:lnTo>
              </a:path>
            </a:pathLst>
          </a:custGeom>
          <a:ln w="6858">
            <a:solidFill>
              <a:srgbClr val="FFE4B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92" name="object 1092" descr=""/>
          <p:cNvGrpSpPr/>
          <p:nvPr/>
        </p:nvGrpSpPr>
        <p:grpSpPr>
          <a:xfrm>
            <a:off x="352879" y="159193"/>
            <a:ext cx="233045" cy="158115"/>
            <a:chOff x="352879" y="159193"/>
            <a:chExt cx="233045" cy="158115"/>
          </a:xfrm>
        </p:grpSpPr>
        <p:sp>
          <p:nvSpPr>
            <p:cNvPr id="1093" name="object 1093" descr=""/>
            <p:cNvSpPr/>
            <p:nvPr/>
          </p:nvSpPr>
          <p:spPr>
            <a:xfrm>
              <a:off x="356308" y="162622"/>
              <a:ext cx="100965" cy="151130"/>
            </a:xfrm>
            <a:custGeom>
              <a:avLst/>
              <a:gdLst/>
              <a:ahLst/>
              <a:cxnLst/>
              <a:rect l="l" t="t" r="r" b="b"/>
              <a:pathLst>
                <a:path w="100965" h="151129">
                  <a:moveTo>
                    <a:pt x="35814" y="0"/>
                  </a:moveTo>
                  <a:lnTo>
                    <a:pt x="79248" y="7619"/>
                  </a:lnTo>
                  <a:lnTo>
                    <a:pt x="100584" y="50291"/>
                  </a:lnTo>
                  <a:lnTo>
                    <a:pt x="100584" y="100584"/>
                  </a:lnTo>
                  <a:lnTo>
                    <a:pt x="93726" y="128778"/>
                  </a:lnTo>
                  <a:lnTo>
                    <a:pt x="79248" y="143256"/>
                  </a:lnTo>
                  <a:lnTo>
                    <a:pt x="64770" y="150876"/>
                  </a:lnTo>
                  <a:lnTo>
                    <a:pt x="35814" y="150876"/>
                  </a:lnTo>
                  <a:lnTo>
                    <a:pt x="21336" y="143256"/>
                  </a:lnTo>
                  <a:lnTo>
                    <a:pt x="7620" y="128778"/>
                  </a:lnTo>
                  <a:lnTo>
                    <a:pt x="0" y="100584"/>
                  </a:lnTo>
                  <a:lnTo>
                    <a:pt x="0" y="50292"/>
                  </a:lnTo>
                  <a:lnTo>
                    <a:pt x="7620" y="21336"/>
                  </a:lnTo>
                  <a:lnTo>
                    <a:pt x="21336" y="7620"/>
                  </a:lnTo>
                  <a:lnTo>
                    <a:pt x="35814" y="0"/>
                  </a:lnTo>
                </a:path>
              </a:pathLst>
            </a:custGeom>
            <a:ln w="6857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4" name="object 1094" descr=""/>
            <p:cNvSpPr/>
            <p:nvPr/>
          </p:nvSpPr>
          <p:spPr>
            <a:xfrm>
              <a:off x="499564" y="162622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 h="0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5" name="object 1095" descr=""/>
            <p:cNvSpPr/>
            <p:nvPr/>
          </p:nvSpPr>
          <p:spPr>
            <a:xfrm>
              <a:off x="542998" y="162622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75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6" name="object 1096" descr=""/>
          <p:cNvGrpSpPr/>
          <p:nvPr/>
        </p:nvGrpSpPr>
        <p:grpSpPr>
          <a:xfrm>
            <a:off x="632533" y="162622"/>
            <a:ext cx="93345" cy="151130"/>
            <a:chOff x="632533" y="162622"/>
            <a:chExt cx="93345" cy="151130"/>
          </a:xfrm>
        </p:grpSpPr>
        <p:sp>
          <p:nvSpPr>
            <p:cNvPr id="1097" name="object 1097" descr=""/>
            <p:cNvSpPr/>
            <p:nvPr/>
          </p:nvSpPr>
          <p:spPr>
            <a:xfrm>
              <a:off x="635962" y="162622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75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8" name="object 1098" descr=""/>
            <p:cNvSpPr/>
            <p:nvPr/>
          </p:nvSpPr>
          <p:spPr>
            <a:xfrm>
              <a:off x="635962" y="234250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 h="0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9" name="object 1099" descr=""/>
            <p:cNvSpPr/>
            <p:nvPr/>
          </p:nvSpPr>
          <p:spPr>
            <a:xfrm>
              <a:off x="722068" y="162622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75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0" name="object 1100" descr=""/>
          <p:cNvGrpSpPr/>
          <p:nvPr/>
        </p:nvGrpSpPr>
        <p:grpSpPr>
          <a:xfrm>
            <a:off x="790267" y="159193"/>
            <a:ext cx="78740" cy="158115"/>
            <a:chOff x="790267" y="159193"/>
            <a:chExt cx="78740" cy="158115"/>
          </a:xfrm>
        </p:grpSpPr>
        <p:sp>
          <p:nvSpPr>
            <p:cNvPr id="1101" name="object 1101" descr=""/>
            <p:cNvSpPr/>
            <p:nvPr/>
          </p:nvSpPr>
          <p:spPr>
            <a:xfrm>
              <a:off x="793696" y="234250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50800" h="0">
                  <a:moveTo>
                    <a:pt x="0" y="0"/>
                  </a:moveTo>
                  <a:lnTo>
                    <a:pt x="50292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2" name="object 1102" descr=""/>
            <p:cNvSpPr/>
            <p:nvPr/>
          </p:nvSpPr>
          <p:spPr>
            <a:xfrm>
              <a:off x="793696" y="162622"/>
              <a:ext cx="71755" cy="151130"/>
            </a:xfrm>
            <a:custGeom>
              <a:avLst/>
              <a:gdLst/>
              <a:ahLst/>
              <a:cxnLst/>
              <a:rect l="l" t="t" r="r" b="b"/>
              <a:pathLst>
                <a:path w="71755" h="151129">
                  <a:moveTo>
                    <a:pt x="71628" y="150875"/>
                  </a:moveTo>
                  <a:lnTo>
                    <a:pt x="0" y="150875"/>
                  </a:lnTo>
                  <a:lnTo>
                    <a:pt x="0" y="0"/>
                  </a:lnTo>
                  <a:lnTo>
                    <a:pt x="71628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3" name="object 1103" descr=""/>
          <p:cNvGrpSpPr/>
          <p:nvPr/>
        </p:nvGrpSpPr>
        <p:grpSpPr>
          <a:xfrm>
            <a:off x="926665" y="159193"/>
            <a:ext cx="94615" cy="158115"/>
            <a:chOff x="926665" y="159193"/>
            <a:chExt cx="94615" cy="158115"/>
          </a:xfrm>
        </p:grpSpPr>
        <p:sp>
          <p:nvSpPr>
            <p:cNvPr id="1104" name="object 1104" descr=""/>
            <p:cNvSpPr/>
            <p:nvPr/>
          </p:nvSpPr>
          <p:spPr>
            <a:xfrm>
              <a:off x="965908" y="241870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5" name="object 1105" descr=""/>
            <p:cNvSpPr/>
            <p:nvPr/>
          </p:nvSpPr>
          <p:spPr>
            <a:xfrm>
              <a:off x="930094" y="162622"/>
              <a:ext cx="87630" cy="151130"/>
            </a:xfrm>
            <a:custGeom>
              <a:avLst/>
              <a:gdLst/>
              <a:ahLst/>
              <a:cxnLst/>
              <a:rect l="l" t="t" r="r" b="b"/>
              <a:pathLst>
                <a:path w="87630" h="151129">
                  <a:moveTo>
                    <a:pt x="0" y="150875"/>
                  </a:moveTo>
                  <a:lnTo>
                    <a:pt x="0" y="0"/>
                  </a:lnTo>
                  <a:lnTo>
                    <a:pt x="57149" y="0"/>
                  </a:lnTo>
                  <a:lnTo>
                    <a:pt x="71627" y="7619"/>
                  </a:lnTo>
                  <a:lnTo>
                    <a:pt x="83622" y="22511"/>
                  </a:lnTo>
                  <a:lnTo>
                    <a:pt x="87620" y="39623"/>
                  </a:lnTo>
                  <a:lnTo>
                    <a:pt x="83622" y="56736"/>
                  </a:lnTo>
                  <a:lnTo>
                    <a:pt x="71628" y="71627"/>
                  </a:lnTo>
                  <a:lnTo>
                    <a:pt x="57150" y="79247"/>
                  </a:lnTo>
                  <a:lnTo>
                    <a:pt x="0" y="79247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6" name="object 1106" descr=""/>
          <p:cNvSpPr/>
          <p:nvPr/>
        </p:nvSpPr>
        <p:spPr>
          <a:xfrm>
            <a:off x="1080207" y="162622"/>
            <a:ext cx="86360" cy="151130"/>
          </a:xfrm>
          <a:custGeom>
            <a:avLst/>
            <a:gdLst/>
            <a:ahLst/>
            <a:cxnLst/>
            <a:rect l="l" t="t" r="r" b="b"/>
            <a:pathLst>
              <a:path w="86359" h="151129">
                <a:moveTo>
                  <a:pt x="50291" y="71627"/>
                </a:moveTo>
                <a:lnTo>
                  <a:pt x="71627" y="79247"/>
                </a:lnTo>
                <a:lnTo>
                  <a:pt x="79247" y="86105"/>
                </a:lnTo>
                <a:lnTo>
                  <a:pt x="86105" y="100583"/>
                </a:lnTo>
                <a:lnTo>
                  <a:pt x="86105" y="121919"/>
                </a:lnTo>
                <a:lnTo>
                  <a:pt x="79247" y="136397"/>
                </a:lnTo>
                <a:lnTo>
                  <a:pt x="71627" y="143255"/>
                </a:lnTo>
                <a:lnTo>
                  <a:pt x="57911" y="150875"/>
                </a:lnTo>
                <a:lnTo>
                  <a:pt x="0" y="150875"/>
                </a:lnTo>
                <a:lnTo>
                  <a:pt x="0" y="0"/>
                </a:lnTo>
                <a:lnTo>
                  <a:pt x="50291" y="0"/>
                </a:lnTo>
                <a:lnTo>
                  <a:pt x="80233" y="36109"/>
                </a:lnTo>
                <a:lnTo>
                  <a:pt x="50291" y="71627"/>
                </a:lnTo>
                <a:lnTo>
                  <a:pt x="0" y="71627"/>
                </a:lnTo>
              </a:path>
            </a:pathLst>
          </a:custGeom>
          <a:ln w="6857">
            <a:solidFill>
              <a:srgbClr val="FFE4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7" name="object 1107" descr=""/>
          <p:cNvSpPr/>
          <p:nvPr/>
        </p:nvSpPr>
        <p:spPr>
          <a:xfrm>
            <a:off x="1224226" y="162622"/>
            <a:ext cx="100330" cy="151130"/>
          </a:xfrm>
          <a:custGeom>
            <a:avLst/>
            <a:gdLst/>
            <a:ahLst/>
            <a:cxnLst/>
            <a:rect l="l" t="t" r="r" b="b"/>
            <a:pathLst>
              <a:path w="100330" h="151129">
                <a:moveTo>
                  <a:pt x="35813" y="0"/>
                </a:moveTo>
                <a:lnTo>
                  <a:pt x="78485" y="7619"/>
                </a:lnTo>
                <a:lnTo>
                  <a:pt x="99821" y="50291"/>
                </a:lnTo>
                <a:lnTo>
                  <a:pt x="99821" y="100584"/>
                </a:lnTo>
                <a:lnTo>
                  <a:pt x="92963" y="128778"/>
                </a:lnTo>
                <a:lnTo>
                  <a:pt x="78485" y="143256"/>
                </a:lnTo>
                <a:lnTo>
                  <a:pt x="64007" y="150876"/>
                </a:lnTo>
                <a:lnTo>
                  <a:pt x="35813" y="150876"/>
                </a:lnTo>
                <a:lnTo>
                  <a:pt x="21335" y="143256"/>
                </a:lnTo>
                <a:lnTo>
                  <a:pt x="6857" y="128778"/>
                </a:lnTo>
                <a:lnTo>
                  <a:pt x="0" y="100584"/>
                </a:lnTo>
                <a:lnTo>
                  <a:pt x="0" y="50292"/>
                </a:lnTo>
                <a:lnTo>
                  <a:pt x="6857" y="21336"/>
                </a:lnTo>
                <a:lnTo>
                  <a:pt x="21335" y="7620"/>
                </a:lnTo>
                <a:lnTo>
                  <a:pt x="35813" y="0"/>
                </a:lnTo>
              </a:path>
            </a:pathLst>
          </a:custGeom>
          <a:ln w="6858">
            <a:solidFill>
              <a:srgbClr val="FFE4B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08" name="object 1108" descr=""/>
          <p:cNvGrpSpPr/>
          <p:nvPr/>
        </p:nvGrpSpPr>
        <p:grpSpPr>
          <a:xfrm>
            <a:off x="1364053" y="159193"/>
            <a:ext cx="106680" cy="158115"/>
            <a:chOff x="1364053" y="159193"/>
            <a:chExt cx="106680" cy="158115"/>
          </a:xfrm>
        </p:grpSpPr>
        <p:sp>
          <p:nvSpPr>
            <p:cNvPr id="1109" name="object 1109" descr=""/>
            <p:cNvSpPr/>
            <p:nvPr/>
          </p:nvSpPr>
          <p:spPr>
            <a:xfrm>
              <a:off x="1381960" y="270064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 h="0">
                  <a:moveTo>
                    <a:pt x="0" y="0"/>
                  </a:moveTo>
                  <a:lnTo>
                    <a:pt x="71628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0" name="object 1110" descr=""/>
            <p:cNvSpPr/>
            <p:nvPr/>
          </p:nvSpPr>
          <p:spPr>
            <a:xfrm>
              <a:off x="1367482" y="162622"/>
              <a:ext cx="100330" cy="151130"/>
            </a:xfrm>
            <a:custGeom>
              <a:avLst/>
              <a:gdLst/>
              <a:ahLst/>
              <a:cxnLst/>
              <a:rect l="l" t="t" r="r" b="b"/>
              <a:pathLst>
                <a:path w="100330" h="151129">
                  <a:moveTo>
                    <a:pt x="0" y="150875"/>
                  </a:moveTo>
                  <a:lnTo>
                    <a:pt x="50291" y="0"/>
                  </a:lnTo>
                  <a:lnTo>
                    <a:pt x="99822" y="150875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1" name="object 1111" descr=""/>
          <p:cNvGrpSpPr/>
          <p:nvPr/>
        </p:nvGrpSpPr>
        <p:grpSpPr>
          <a:xfrm>
            <a:off x="1514167" y="159193"/>
            <a:ext cx="93345" cy="158115"/>
            <a:chOff x="1514167" y="159193"/>
            <a:chExt cx="93345" cy="158115"/>
          </a:xfrm>
        </p:grpSpPr>
        <p:sp>
          <p:nvSpPr>
            <p:cNvPr id="1112" name="object 1112" descr=""/>
            <p:cNvSpPr/>
            <p:nvPr/>
          </p:nvSpPr>
          <p:spPr>
            <a:xfrm>
              <a:off x="1553410" y="241870"/>
              <a:ext cx="50800" cy="71755"/>
            </a:xfrm>
            <a:custGeom>
              <a:avLst/>
              <a:gdLst/>
              <a:ahLst/>
              <a:cxnLst/>
              <a:rect l="l" t="t" r="r" b="b"/>
              <a:pathLst>
                <a:path w="50800" h="71754">
                  <a:moveTo>
                    <a:pt x="50291" y="71627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3" name="object 1113" descr=""/>
            <p:cNvSpPr/>
            <p:nvPr/>
          </p:nvSpPr>
          <p:spPr>
            <a:xfrm>
              <a:off x="1517596" y="162622"/>
              <a:ext cx="86360" cy="151130"/>
            </a:xfrm>
            <a:custGeom>
              <a:avLst/>
              <a:gdLst/>
              <a:ahLst/>
              <a:cxnLst/>
              <a:rect l="l" t="t" r="r" b="b"/>
              <a:pathLst>
                <a:path w="86359" h="151129">
                  <a:moveTo>
                    <a:pt x="0" y="150875"/>
                  </a:moveTo>
                  <a:lnTo>
                    <a:pt x="0" y="0"/>
                  </a:lnTo>
                  <a:lnTo>
                    <a:pt x="57911" y="0"/>
                  </a:lnTo>
                  <a:lnTo>
                    <a:pt x="71627" y="7619"/>
                  </a:lnTo>
                  <a:lnTo>
                    <a:pt x="79247" y="14477"/>
                  </a:lnTo>
                  <a:lnTo>
                    <a:pt x="86105" y="28955"/>
                  </a:lnTo>
                  <a:lnTo>
                    <a:pt x="86105" y="50291"/>
                  </a:lnTo>
                  <a:lnTo>
                    <a:pt x="79248" y="64769"/>
                  </a:lnTo>
                  <a:lnTo>
                    <a:pt x="71628" y="71627"/>
                  </a:lnTo>
                  <a:lnTo>
                    <a:pt x="57912" y="79247"/>
                  </a:lnTo>
                  <a:lnTo>
                    <a:pt x="0" y="79247"/>
                  </a:lnTo>
                </a:path>
              </a:pathLst>
            </a:custGeom>
            <a:ln w="6858">
              <a:solidFill>
                <a:srgbClr val="FFE4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4" name="object 1114" descr=""/>
          <p:cNvSpPr/>
          <p:nvPr/>
        </p:nvSpPr>
        <p:spPr>
          <a:xfrm>
            <a:off x="1668471" y="162622"/>
            <a:ext cx="86360" cy="151130"/>
          </a:xfrm>
          <a:custGeom>
            <a:avLst/>
            <a:gdLst/>
            <a:ahLst/>
            <a:cxnLst/>
            <a:rect l="l" t="t" r="r" b="b"/>
            <a:pathLst>
              <a:path w="86360" h="151129">
                <a:moveTo>
                  <a:pt x="0" y="150875"/>
                </a:moveTo>
                <a:lnTo>
                  <a:pt x="0" y="0"/>
                </a:lnTo>
                <a:lnTo>
                  <a:pt x="35813" y="0"/>
                </a:lnTo>
                <a:lnTo>
                  <a:pt x="57149" y="7619"/>
                </a:lnTo>
                <a:lnTo>
                  <a:pt x="71627" y="21335"/>
                </a:lnTo>
                <a:lnTo>
                  <a:pt x="78485" y="35813"/>
                </a:lnTo>
                <a:lnTo>
                  <a:pt x="86106" y="64769"/>
                </a:lnTo>
                <a:lnTo>
                  <a:pt x="86106" y="86105"/>
                </a:lnTo>
                <a:lnTo>
                  <a:pt x="78486" y="115061"/>
                </a:lnTo>
                <a:lnTo>
                  <a:pt x="71628" y="128777"/>
                </a:lnTo>
                <a:lnTo>
                  <a:pt x="57150" y="143255"/>
                </a:lnTo>
                <a:lnTo>
                  <a:pt x="35814" y="150875"/>
                </a:lnTo>
                <a:lnTo>
                  <a:pt x="0" y="150875"/>
                </a:lnTo>
              </a:path>
            </a:pathLst>
          </a:custGeom>
          <a:ln w="6858">
            <a:solidFill>
              <a:srgbClr val="FFE4B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15" name="object 1115" descr=""/>
          <p:cNvGrpSpPr/>
          <p:nvPr/>
        </p:nvGrpSpPr>
        <p:grpSpPr>
          <a:xfrm>
            <a:off x="19885" y="18223"/>
            <a:ext cx="5617845" cy="6296660"/>
            <a:chOff x="19885" y="18223"/>
            <a:chExt cx="5617845" cy="6296660"/>
          </a:xfrm>
        </p:grpSpPr>
        <p:sp>
          <p:nvSpPr>
            <p:cNvPr id="1116" name="object 1116" descr=""/>
            <p:cNvSpPr/>
            <p:nvPr/>
          </p:nvSpPr>
          <p:spPr>
            <a:xfrm>
              <a:off x="2561536" y="602296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5" h="0">
                  <a:moveTo>
                    <a:pt x="14477" y="0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7" name="object 1117" descr=""/>
            <p:cNvSpPr/>
            <p:nvPr/>
          </p:nvSpPr>
          <p:spPr>
            <a:xfrm>
              <a:off x="2561536" y="581722"/>
              <a:ext cx="20955" cy="43815"/>
            </a:xfrm>
            <a:custGeom>
              <a:avLst/>
              <a:gdLst/>
              <a:ahLst/>
              <a:cxnLst/>
              <a:rect l="l" t="t" r="r" b="b"/>
              <a:pathLst>
                <a:path w="20955" h="43815">
                  <a:moveTo>
                    <a:pt x="0" y="43434"/>
                  </a:moveTo>
                  <a:lnTo>
                    <a:pt x="0" y="0"/>
                  </a:lnTo>
                  <a:lnTo>
                    <a:pt x="2057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8" name="object 1118" descr=""/>
            <p:cNvSpPr/>
            <p:nvPr/>
          </p:nvSpPr>
          <p:spPr>
            <a:xfrm>
              <a:off x="2604970" y="614488"/>
              <a:ext cx="22225" cy="14604"/>
            </a:xfrm>
            <a:custGeom>
              <a:avLst/>
              <a:gdLst/>
              <a:ahLst/>
              <a:cxnLst/>
              <a:rect l="l" t="t" r="r" b="b"/>
              <a:pathLst>
                <a:path w="22225" h="14604">
                  <a:moveTo>
                    <a:pt x="22098" y="14477"/>
                  </a:moveTo>
                  <a:lnTo>
                    <a:pt x="18288" y="12191"/>
                  </a:lnTo>
                  <a:lnTo>
                    <a:pt x="13716" y="8381"/>
                  </a:lnTo>
                  <a:lnTo>
                    <a:pt x="7620" y="2285"/>
                  </a:lnTo>
                  <a:lnTo>
                    <a:pt x="3810" y="0"/>
                  </a:ln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9" name="object 1119" descr=""/>
            <p:cNvSpPr/>
            <p:nvPr/>
          </p:nvSpPr>
          <p:spPr>
            <a:xfrm>
              <a:off x="2596588" y="581722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5">
                  <a:moveTo>
                    <a:pt x="9906" y="43434"/>
                  </a:moveTo>
                  <a:lnTo>
                    <a:pt x="6096" y="41148"/>
                  </a:lnTo>
                  <a:lnTo>
                    <a:pt x="2286" y="36576"/>
                  </a:lnTo>
                  <a:lnTo>
                    <a:pt x="0" y="28956"/>
                  </a:lnTo>
                  <a:lnTo>
                    <a:pt x="0" y="14478"/>
                  </a:lnTo>
                  <a:lnTo>
                    <a:pt x="2286" y="6096"/>
                  </a:lnTo>
                  <a:lnTo>
                    <a:pt x="6096" y="2286"/>
                  </a:lnTo>
                  <a:lnTo>
                    <a:pt x="9906" y="0"/>
                  </a:lnTo>
                  <a:lnTo>
                    <a:pt x="18288" y="0"/>
                  </a:lnTo>
                  <a:lnTo>
                    <a:pt x="22098" y="2286"/>
                  </a:lnTo>
                  <a:lnTo>
                    <a:pt x="26670" y="6096"/>
                  </a:lnTo>
                  <a:lnTo>
                    <a:pt x="28956" y="14478"/>
                  </a:lnTo>
                  <a:lnTo>
                    <a:pt x="28956" y="28956"/>
                  </a:lnTo>
                  <a:lnTo>
                    <a:pt x="26670" y="36576"/>
                  </a:lnTo>
                  <a:lnTo>
                    <a:pt x="22098" y="41148"/>
                  </a:lnTo>
                  <a:lnTo>
                    <a:pt x="18288" y="43434"/>
                  </a:lnTo>
                  <a:lnTo>
                    <a:pt x="9906" y="43434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0" name="object 1120" descr=""/>
            <p:cNvSpPr/>
            <p:nvPr/>
          </p:nvSpPr>
          <p:spPr>
            <a:xfrm>
              <a:off x="2674359" y="584008"/>
              <a:ext cx="26670" cy="39370"/>
            </a:xfrm>
            <a:custGeom>
              <a:avLst/>
              <a:gdLst/>
              <a:ahLst/>
              <a:cxnLst/>
              <a:rect l="l" t="t" r="r" b="b"/>
              <a:pathLst>
                <a:path w="26669" h="39370">
                  <a:moveTo>
                    <a:pt x="26622" y="36575"/>
                  </a:moveTo>
                  <a:lnTo>
                    <a:pt x="24336" y="38861"/>
                  </a:lnTo>
                  <a:lnTo>
                    <a:pt x="6151" y="37186"/>
                  </a:lnTo>
                  <a:lnTo>
                    <a:pt x="0" y="19364"/>
                  </a:lnTo>
                  <a:lnTo>
                    <a:pt x="6016" y="1575"/>
                  </a:lnTo>
                  <a:lnTo>
                    <a:pt x="24336" y="0"/>
                  </a:lnTo>
                  <a:lnTo>
                    <a:pt x="26622" y="1523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1" name="object 1121" descr=""/>
            <p:cNvSpPr/>
            <p:nvPr/>
          </p:nvSpPr>
          <p:spPr>
            <a:xfrm>
              <a:off x="2717745" y="581722"/>
              <a:ext cx="28575" cy="43815"/>
            </a:xfrm>
            <a:custGeom>
              <a:avLst/>
              <a:gdLst/>
              <a:ahLst/>
              <a:cxnLst/>
              <a:rect l="l" t="t" r="r" b="b"/>
              <a:pathLst>
                <a:path w="28575" h="43815">
                  <a:moveTo>
                    <a:pt x="9906" y="0"/>
                  </a:moveTo>
                  <a:lnTo>
                    <a:pt x="28194" y="28956"/>
                  </a:lnTo>
                  <a:lnTo>
                    <a:pt x="25908" y="36576"/>
                  </a:lnTo>
                  <a:lnTo>
                    <a:pt x="22098" y="41148"/>
                  </a:lnTo>
                  <a:lnTo>
                    <a:pt x="18288" y="43434"/>
                  </a:lnTo>
                  <a:lnTo>
                    <a:pt x="9906" y="43434"/>
                  </a:lnTo>
                  <a:lnTo>
                    <a:pt x="6096" y="41148"/>
                  </a:lnTo>
                  <a:lnTo>
                    <a:pt x="1524" y="36576"/>
                  </a:lnTo>
                  <a:lnTo>
                    <a:pt x="0" y="28956"/>
                  </a:lnTo>
                  <a:lnTo>
                    <a:pt x="0" y="14478"/>
                  </a:lnTo>
                  <a:lnTo>
                    <a:pt x="1524" y="6096"/>
                  </a:lnTo>
                  <a:lnTo>
                    <a:pt x="6096" y="2286"/>
                  </a:lnTo>
                  <a:lnTo>
                    <a:pt x="990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2" name="object 1122" descr=""/>
            <p:cNvSpPr/>
            <p:nvPr/>
          </p:nvSpPr>
          <p:spPr>
            <a:xfrm>
              <a:off x="2764227" y="581722"/>
              <a:ext cx="25400" cy="43815"/>
            </a:xfrm>
            <a:custGeom>
              <a:avLst/>
              <a:gdLst/>
              <a:ahLst/>
              <a:cxnLst/>
              <a:rect l="l" t="t" r="r" b="b"/>
              <a:pathLst>
                <a:path w="25400" h="43815">
                  <a:moveTo>
                    <a:pt x="0" y="43434"/>
                  </a:moveTo>
                  <a:lnTo>
                    <a:pt x="0" y="0"/>
                  </a:lnTo>
                  <a:lnTo>
                    <a:pt x="25146" y="43434"/>
                  </a:lnTo>
                  <a:lnTo>
                    <a:pt x="25145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3" name="object 1123" descr=""/>
            <p:cNvSpPr/>
            <p:nvPr/>
          </p:nvSpPr>
          <p:spPr>
            <a:xfrm>
              <a:off x="2803089" y="581722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4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4" name="object 1124" descr=""/>
            <p:cNvSpPr/>
            <p:nvPr/>
          </p:nvSpPr>
          <p:spPr>
            <a:xfrm>
              <a:off x="2816044" y="581722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5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5" name="object 1125" descr=""/>
            <p:cNvSpPr/>
            <p:nvPr/>
          </p:nvSpPr>
          <p:spPr>
            <a:xfrm>
              <a:off x="2852620" y="604582"/>
              <a:ext cx="14604" cy="20955"/>
            </a:xfrm>
            <a:custGeom>
              <a:avLst/>
              <a:gdLst/>
              <a:ahLst/>
              <a:cxnLst/>
              <a:rect l="l" t="t" r="r" b="b"/>
              <a:pathLst>
                <a:path w="14605" h="20954">
                  <a:moveTo>
                    <a:pt x="14477" y="20574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6" name="object 1126" descr=""/>
            <p:cNvSpPr/>
            <p:nvPr/>
          </p:nvSpPr>
          <p:spPr>
            <a:xfrm>
              <a:off x="2841952" y="581722"/>
              <a:ext cx="26034" cy="43815"/>
            </a:xfrm>
            <a:custGeom>
              <a:avLst/>
              <a:gdLst/>
              <a:ahLst/>
              <a:cxnLst/>
              <a:rect l="l" t="t" r="r" b="b"/>
              <a:pathLst>
                <a:path w="26035" h="43815">
                  <a:moveTo>
                    <a:pt x="0" y="43434"/>
                  </a:moveTo>
                  <a:lnTo>
                    <a:pt x="0" y="0"/>
                  </a:lnTo>
                  <a:lnTo>
                    <a:pt x="16763" y="0"/>
                  </a:lnTo>
                  <a:lnTo>
                    <a:pt x="23495" y="4888"/>
                  </a:lnTo>
                  <a:lnTo>
                    <a:pt x="25607" y="11320"/>
                  </a:lnTo>
                  <a:lnTo>
                    <a:pt x="23298" y="17807"/>
                  </a:lnTo>
                  <a:lnTo>
                    <a:pt x="16764" y="22860"/>
                  </a:lnTo>
                  <a:lnTo>
                    <a:pt x="0" y="2286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7" name="object 1127" descr=""/>
            <p:cNvSpPr/>
            <p:nvPr/>
          </p:nvSpPr>
          <p:spPr>
            <a:xfrm>
              <a:off x="2883099" y="581722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5">
                  <a:moveTo>
                    <a:pt x="10668" y="0"/>
                  </a:moveTo>
                  <a:lnTo>
                    <a:pt x="28956" y="28956"/>
                  </a:lnTo>
                  <a:lnTo>
                    <a:pt x="26670" y="36576"/>
                  </a:lnTo>
                  <a:lnTo>
                    <a:pt x="22860" y="41148"/>
                  </a:lnTo>
                  <a:lnTo>
                    <a:pt x="18288" y="43434"/>
                  </a:lnTo>
                  <a:lnTo>
                    <a:pt x="10668" y="43434"/>
                  </a:lnTo>
                  <a:lnTo>
                    <a:pt x="6096" y="41148"/>
                  </a:lnTo>
                  <a:lnTo>
                    <a:pt x="2286" y="36576"/>
                  </a:lnTo>
                  <a:lnTo>
                    <a:pt x="0" y="28956"/>
                  </a:lnTo>
                  <a:lnTo>
                    <a:pt x="0" y="14478"/>
                  </a:lnTo>
                  <a:lnTo>
                    <a:pt x="2286" y="6096"/>
                  </a:lnTo>
                  <a:lnTo>
                    <a:pt x="6096" y="2286"/>
                  </a:lnTo>
                  <a:lnTo>
                    <a:pt x="1066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8" name="object 1128" descr=""/>
            <p:cNvSpPr/>
            <p:nvPr/>
          </p:nvSpPr>
          <p:spPr>
            <a:xfrm>
              <a:off x="2930344" y="581722"/>
              <a:ext cx="20955" cy="43815"/>
            </a:xfrm>
            <a:custGeom>
              <a:avLst/>
              <a:gdLst/>
              <a:ahLst/>
              <a:cxnLst/>
              <a:rect l="l" t="t" r="r" b="b"/>
              <a:pathLst>
                <a:path w="20955" h="43815">
                  <a:moveTo>
                    <a:pt x="20574" y="43434"/>
                  </a:moveTo>
                  <a:lnTo>
                    <a:pt x="0" y="43434"/>
                  </a:ln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9" name="object 1129" descr=""/>
            <p:cNvSpPr/>
            <p:nvPr/>
          </p:nvSpPr>
          <p:spPr>
            <a:xfrm>
              <a:off x="26362" y="24700"/>
              <a:ext cx="5604510" cy="6283960"/>
            </a:xfrm>
            <a:custGeom>
              <a:avLst/>
              <a:gdLst/>
              <a:ahLst/>
              <a:cxnLst/>
              <a:rect l="l" t="t" r="r" b="b"/>
              <a:pathLst>
                <a:path w="5604510" h="6283960">
                  <a:moveTo>
                    <a:pt x="0" y="6283452"/>
                  </a:moveTo>
                  <a:lnTo>
                    <a:pt x="0" y="0"/>
                  </a:lnTo>
                  <a:lnTo>
                    <a:pt x="5604509" y="0"/>
                  </a:lnTo>
                  <a:lnTo>
                    <a:pt x="5604510" y="6283452"/>
                  </a:lnTo>
                  <a:lnTo>
                    <a:pt x="0" y="6283452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0" name="object 1130" descr=""/>
            <p:cNvSpPr/>
            <p:nvPr/>
          </p:nvSpPr>
          <p:spPr>
            <a:xfrm>
              <a:off x="129994" y="411796"/>
              <a:ext cx="5281930" cy="5720715"/>
            </a:xfrm>
            <a:custGeom>
              <a:avLst/>
              <a:gdLst/>
              <a:ahLst/>
              <a:cxnLst/>
              <a:rect l="l" t="t" r="r" b="b"/>
              <a:pathLst>
                <a:path w="5281930" h="5720715">
                  <a:moveTo>
                    <a:pt x="0" y="1415034"/>
                  </a:moveTo>
                  <a:lnTo>
                    <a:pt x="0" y="0"/>
                  </a:lnTo>
                  <a:lnTo>
                    <a:pt x="1797558" y="0"/>
                  </a:lnTo>
                  <a:lnTo>
                    <a:pt x="1797558" y="1415034"/>
                  </a:lnTo>
                  <a:lnTo>
                    <a:pt x="0" y="1415034"/>
                  </a:lnTo>
                  <a:close/>
                </a:path>
                <a:path w="5281930" h="5720715">
                  <a:moveTo>
                    <a:pt x="2924555" y="4090416"/>
                  </a:moveTo>
                  <a:lnTo>
                    <a:pt x="2924555" y="3135630"/>
                  </a:lnTo>
                  <a:lnTo>
                    <a:pt x="5139690" y="3135630"/>
                  </a:lnTo>
                  <a:lnTo>
                    <a:pt x="5139690" y="4090416"/>
                  </a:lnTo>
                  <a:lnTo>
                    <a:pt x="2924555" y="4090416"/>
                  </a:lnTo>
                  <a:close/>
                </a:path>
                <a:path w="5281930" h="5720715">
                  <a:moveTo>
                    <a:pt x="2778252" y="5720334"/>
                  </a:moveTo>
                  <a:lnTo>
                    <a:pt x="2778252" y="4347972"/>
                  </a:lnTo>
                  <a:lnTo>
                    <a:pt x="5281421" y="4347972"/>
                  </a:lnTo>
                  <a:lnTo>
                    <a:pt x="5281422" y="5720334"/>
                  </a:lnTo>
                  <a:lnTo>
                    <a:pt x="2778252" y="5720334"/>
                  </a:lnTo>
                  <a:close/>
                </a:path>
                <a:path w="5281930" h="5720715">
                  <a:moveTo>
                    <a:pt x="2335530" y="1213104"/>
                  </a:moveTo>
                  <a:lnTo>
                    <a:pt x="2335530" y="120395"/>
                  </a:lnTo>
                  <a:lnTo>
                    <a:pt x="3332988" y="120395"/>
                  </a:lnTo>
                  <a:lnTo>
                    <a:pt x="3332988" y="1213103"/>
                  </a:lnTo>
                  <a:lnTo>
                    <a:pt x="2335530" y="1213104"/>
                  </a:lnTo>
                  <a:close/>
                </a:path>
                <a:path w="5281930" h="5720715">
                  <a:moveTo>
                    <a:pt x="2106930" y="2833878"/>
                  </a:moveTo>
                  <a:lnTo>
                    <a:pt x="2106930" y="1647444"/>
                  </a:lnTo>
                  <a:lnTo>
                    <a:pt x="3526536" y="1647444"/>
                  </a:lnTo>
                  <a:lnTo>
                    <a:pt x="3526536" y="2833878"/>
                  </a:lnTo>
                  <a:lnTo>
                    <a:pt x="2106930" y="2833878"/>
                  </a:lnTo>
                  <a:close/>
                </a:path>
                <a:path w="5281930" h="5720715">
                  <a:moveTo>
                    <a:pt x="4498848" y="464057"/>
                  </a:moveTo>
                  <a:lnTo>
                    <a:pt x="4498848" y="172211"/>
                  </a:lnTo>
                  <a:lnTo>
                    <a:pt x="4773930" y="172211"/>
                  </a:lnTo>
                  <a:lnTo>
                    <a:pt x="4773930" y="464057"/>
                  </a:lnTo>
                  <a:lnTo>
                    <a:pt x="4498848" y="464057"/>
                  </a:lnTo>
                  <a:close/>
                </a:path>
                <a:path w="5281930" h="5720715">
                  <a:moveTo>
                    <a:pt x="3840479" y="2631948"/>
                  </a:moveTo>
                  <a:lnTo>
                    <a:pt x="3840479" y="1797558"/>
                  </a:lnTo>
                  <a:lnTo>
                    <a:pt x="4687823" y="1797558"/>
                  </a:lnTo>
                  <a:lnTo>
                    <a:pt x="4687823" y="2631948"/>
                  </a:lnTo>
                  <a:lnTo>
                    <a:pt x="3840479" y="2631948"/>
                  </a:lnTo>
                  <a:close/>
                </a:path>
                <a:path w="5281930" h="5720715">
                  <a:moveTo>
                    <a:pt x="3720084" y="1117853"/>
                  </a:moveTo>
                  <a:lnTo>
                    <a:pt x="3720084" y="172212"/>
                  </a:lnTo>
                  <a:lnTo>
                    <a:pt x="4773930" y="172211"/>
                  </a:lnTo>
                  <a:lnTo>
                    <a:pt x="4773930" y="1117853"/>
                  </a:lnTo>
                  <a:lnTo>
                    <a:pt x="3720084" y="1117853"/>
                  </a:lnTo>
                  <a:close/>
                </a:path>
              </a:pathLst>
            </a:custGeom>
            <a:ln w="6096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1" name="object 1131" descr=""/>
            <p:cNvSpPr/>
            <p:nvPr/>
          </p:nvSpPr>
          <p:spPr>
            <a:xfrm>
              <a:off x="3148980" y="3596956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57" y="41147"/>
                  </a:moveTo>
                  <a:lnTo>
                    <a:pt x="6153" y="42671"/>
                  </a:lnTo>
                  <a:lnTo>
                    <a:pt x="16059" y="42671"/>
                  </a:lnTo>
                  <a:lnTo>
                    <a:pt x="20631" y="41147"/>
                  </a:lnTo>
                  <a:lnTo>
                    <a:pt x="22155" y="38861"/>
                  </a:lnTo>
                  <a:lnTo>
                    <a:pt x="24441" y="34289"/>
                  </a:lnTo>
                  <a:lnTo>
                    <a:pt x="24441" y="30479"/>
                  </a:lnTo>
                  <a:lnTo>
                    <a:pt x="22155" y="26669"/>
                  </a:lnTo>
                  <a:lnTo>
                    <a:pt x="20631" y="24383"/>
                  </a:lnTo>
                  <a:lnTo>
                    <a:pt x="16059" y="22097"/>
                  </a:lnTo>
                  <a:lnTo>
                    <a:pt x="8439" y="20573"/>
                  </a:lnTo>
                  <a:lnTo>
                    <a:pt x="1988" y="16037"/>
                  </a:lnTo>
                  <a:lnTo>
                    <a:pt x="0" y="9563"/>
                  </a:lnTo>
                  <a:lnTo>
                    <a:pt x="2231" y="3450"/>
                  </a:lnTo>
                  <a:lnTo>
                    <a:pt x="8439" y="0"/>
                  </a:lnTo>
                  <a:lnTo>
                    <a:pt x="18345" y="0"/>
                  </a:lnTo>
                  <a:lnTo>
                    <a:pt x="24441" y="1523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2" name="object 1132" descr=""/>
            <p:cNvSpPr/>
            <p:nvPr/>
          </p:nvSpPr>
          <p:spPr>
            <a:xfrm>
              <a:off x="3197805" y="3629722"/>
              <a:ext cx="22860" cy="14604"/>
            </a:xfrm>
            <a:custGeom>
              <a:avLst/>
              <a:gdLst/>
              <a:ahLst/>
              <a:cxnLst/>
              <a:rect l="l" t="t" r="r" b="b"/>
              <a:pathLst>
                <a:path w="22860" h="14604">
                  <a:moveTo>
                    <a:pt x="22860" y="14477"/>
                  </a:moveTo>
                  <a:lnTo>
                    <a:pt x="19050" y="12191"/>
                  </a:lnTo>
                  <a:lnTo>
                    <a:pt x="14478" y="8381"/>
                  </a:lnTo>
                  <a:lnTo>
                    <a:pt x="8382" y="1523"/>
                  </a:lnTo>
                  <a:lnTo>
                    <a:pt x="4572" y="0"/>
                  </a:ln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3" name="object 1133" descr=""/>
            <p:cNvSpPr/>
            <p:nvPr/>
          </p:nvSpPr>
          <p:spPr>
            <a:xfrm>
              <a:off x="3190186" y="3596956"/>
              <a:ext cx="28575" cy="43180"/>
            </a:xfrm>
            <a:custGeom>
              <a:avLst/>
              <a:gdLst/>
              <a:ahLst/>
              <a:cxnLst/>
              <a:rect l="l" t="t" r="r" b="b"/>
              <a:pathLst>
                <a:path w="28575" h="43179">
                  <a:moveTo>
                    <a:pt x="9906" y="42672"/>
                  </a:moveTo>
                  <a:lnTo>
                    <a:pt x="6096" y="41148"/>
                  </a:lnTo>
                  <a:lnTo>
                    <a:pt x="1524" y="36576"/>
                  </a:lnTo>
                  <a:lnTo>
                    <a:pt x="0" y="28194"/>
                  </a:lnTo>
                  <a:lnTo>
                    <a:pt x="0" y="14478"/>
                  </a:lnTo>
                  <a:lnTo>
                    <a:pt x="1524" y="6096"/>
                  </a:lnTo>
                  <a:lnTo>
                    <a:pt x="6096" y="1524"/>
                  </a:lnTo>
                  <a:lnTo>
                    <a:pt x="9906" y="0"/>
                  </a:lnTo>
                  <a:lnTo>
                    <a:pt x="18288" y="0"/>
                  </a:lnTo>
                  <a:lnTo>
                    <a:pt x="22098" y="1524"/>
                  </a:lnTo>
                  <a:lnTo>
                    <a:pt x="26670" y="6096"/>
                  </a:lnTo>
                  <a:lnTo>
                    <a:pt x="28194" y="14478"/>
                  </a:lnTo>
                  <a:lnTo>
                    <a:pt x="28194" y="28194"/>
                  </a:lnTo>
                  <a:lnTo>
                    <a:pt x="26670" y="36576"/>
                  </a:lnTo>
                  <a:lnTo>
                    <a:pt x="22098" y="41148"/>
                  </a:lnTo>
                  <a:lnTo>
                    <a:pt x="18288" y="42672"/>
                  </a:lnTo>
                  <a:lnTo>
                    <a:pt x="9906" y="4267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4" name="object 1134" descr=""/>
            <p:cNvSpPr/>
            <p:nvPr/>
          </p:nvSpPr>
          <p:spPr>
            <a:xfrm>
              <a:off x="3236667" y="3596956"/>
              <a:ext cx="25400" cy="43180"/>
            </a:xfrm>
            <a:custGeom>
              <a:avLst/>
              <a:gdLst/>
              <a:ahLst/>
              <a:cxnLst/>
              <a:rect l="l" t="t" r="r" b="b"/>
              <a:pathLst>
                <a:path w="25400" h="43179">
                  <a:moveTo>
                    <a:pt x="0" y="0"/>
                  </a:moveTo>
                  <a:lnTo>
                    <a:pt x="0" y="34290"/>
                  </a:lnTo>
                  <a:lnTo>
                    <a:pt x="2286" y="38862"/>
                  </a:lnTo>
                  <a:lnTo>
                    <a:pt x="4572" y="41148"/>
                  </a:lnTo>
                  <a:lnTo>
                    <a:pt x="8382" y="42672"/>
                  </a:lnTo>
                  <a:lnTo>
                    <a:pt x="16764" y="42672"/>
                  </a:lnTo>
                  <a:lnTo>
                    <a:pt x="20574" y="41148"/>
                  </a:lnTo>
                  <a:lnTo>
                    <a:pt x="22860" y="38862"/>
                  </a:lnTo>
                  <a:lnTo>
                    <a:pt x="25146" y="34290"/>
                  </a:lnTo>
                  <a:lnTo>
                    <a:pt x="2514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5" name="object 1135" descr=""/>
            <p:cNvSpPr/>
            <p:nvPr/>
          </p:nvSpPr>
          <p:spPr>
            <a:xfrm>
              <a:off x="3280101" y="3627436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 h="0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6" name="object 1136" descr=""/>
            <p:cNvSpPr/>
            <p:nvPr/>
          </p:nvSpPr>
          <p:spPr>
            <a:xfrm>
              <a:off x="3275530" y="3596956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10" h="43179">
                  <a:moveTo>
                    <a:pt x="0" y="42672"/>
                  </a:moveTo>
                  <a:lnTo>
                    <a:pt x="14477" y="0"/>
                  </a:lnTo>
                  <a:lnTo>
                    <a:pt x="28956" y="42672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7" name="object 1137" descr=""/>
            <p:cNvSpPr/>
            <p:nvPr/>
          </p:nvSpPr>
          <p:spPr>
            <a:xfrm>
              <a:off x="3328869" y="3619054"/>
              <a:ext cx="14604" cy="20955"/>
            </a:xfrm>
            <a:custGeom>
              <a:avLst/>
              <a:gdLst/>
              <a:ahLst/>
              <a:cxnLst/>
              <a:rect l="l" t="t" r="r" b="b"/>
              <a:pathLst>
                <a:path w="14604" h="20954">
                  <a:moveTo>
                    <a:pt x="14477" y="20574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8" name="object 1138" descr=""/>
            <p:cNvSpPr/>
            <p:nvPr/>
          </p:nvSpPr>
          <p:spPr>
            <a:xfrm>
              <a:off x="3318963" y="3596956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0" y="42672"/>
                  </a:moveTo>
                  <a:lnTo>
                    <a:pt x="0" y="0"/>
                  </a:lnTo>
                  <a:lnTo>
                    <a:pt x="16001" y="0"/>
                  </a:lnTo>
                  <a:lnTo>
                    <a:pt x="20574" y="1524"/>
                  </a:lnTo>
                  <a:lnTo>
                    <a:pt x="22097" y="3810"/>
                  </a:lnTo>
                  <a:lnTo>
                    <a:pt x="24383" y="8382"/>
                  </a:lnTo>
                  <a:lnTo>
                    <a:pt x="24383" y="14478"/>
                  </a:lnTo>
                  <a:lnTo>
                    <a:pt x="22097" y="18288"/>
                  </a:lnTo>
                  <a:lnTo>
                    <a:pt x="20574" y="20574"/>
                  </a:lnTo>
                  <a:lnTo>
                    <a:pt x="16002" y="22098"/>
                  </a:lnTo>
                  <a:lnTo>
                    <a:pt x="0" y="22098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9" name="object 1139" descr=""/>
            <p:cNvSpPr/>
            <p:nvPr/>
          </p:nvSpPr>
          <p:spPr>
            <a:xfrm>
              <a:off x="3361636" y="3617530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4" h="0">
                  <a:moveTo>
                    <a:pt x="0" y="0"/>
                  </a:moveTo>
                  <a:lnTo>
                    <a:pt x="1447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0" name="object 1140" descr=""/>
            <p:cNvSpPr/>
            <p:nvPr/>
          </p:nvSpPr>
          <p:spPr>
            <a:xfrm>
              <a:off x="3361636" y="3596956"/>
              <a:ext cx="20955" cy="43180"/>
            </a:xfrm>
            <a:custGeom>
              <a:avLst/>
              <a:gdLst/>
              <a:ahLst/>
              <a:cxnLst/>
              <a:rect l="l" t="t" r="r" b="b"/>
              <a:pathLst>
                <a:path w="20954" h="43179">
                  <a:moveTo>
                    <a:pt x="20574" y="42672"/>
                  </a:moveTo>
                  <a:lnTo>
                    <a:pt x="0" y="42672"/>
                  </a:lnTo>
                  <a:lnTo>
                    <a:pt x="0" y="0"/>
                  </a:lnTo>
                  <a:lnTo>
                    <a:pt x="20574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1" name="object 1141" descr=""/>
            <p:cNvSpPr/>
            <p:nvPr/>
          </p:nvSpPr>
          <p:spPr>
            <a:xfrm>
              <a:off x="3431739" y="3596956"/>
              <a:ext cx="28575" cy="43180"/>
            </a:xfrm>
            <a:custGeom>
              <a:avLst/>
              <a:gdLst/>
              <a:ahLst/>
              <a:cxnLst/>
              <a:rect l="l" t="t" r="r" b="b"/>
              <a:pathLst>
                <a:path w="28575" h="43179">
                  <a:moveTo>
                    <a:pt x="9905" y="0"/>
                  </a:moveTo>
                  <a:lnTo>
                    <a:pt x="28193" y="28194"/>
                  </a:lnTo>
                  <a:lnTo>
                    <a:pt x="26669" y="36576"/>
                  </a:lnTo>
                  <a:lnTo>
                    <a:pt x="22097" y="41148"/>
                  </a:lnTo>
                  <a:lnTo>
                    <a:pt x="18287" y="42672"/>
                  </a:lnTo>
                  <a:lnTo>
                    <a:pt x="9905" y="42672"/>
                  </a:lnTo>
                  <a:lnTo>
                    <a:pt x="6095" y="41148"/>
                  </a:lnTo>
                  <a:lnTo>
                    <a:pt x="1523" y="36576"/>
                  </a:lnTo>
                  <a:lnTo>
                    <a:pt x="0" y="28194"/>
                  </a:lnTo>
                  <a:lnTo>
                    <a:pt x="0" y="14478"/>
                  </a:lnTo>
                  <a:lnTo>
                    <a:pt x="1523" y="6096"/>
                  </a:lnTo>
                  <a:lnTo>
                    <a:pt x="6095" y="1524"/>
                  </a:lnTo>
                  <a:lnTo>
                    <a:pt x="9905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2" name="object 1142" descr=""/>
            <p:cNvSpPr/>
            <p:nvPr/>
          </p:nvSpPr>
          <p:spPr>
            <a:xfrm>
              <a:off x="3478983" y="3596956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0" y="0"/>
                  </a:moveTo>
                  <a:lnTo>
                    <a:pt x="0" y="34290"/>
                  </a:lnTo>
                  <a:lnTo>
                    <a:pt x="1524" y="38862"/>
                  </a:lnTo>
                  <a:lnTo>
                    <a:pt x="3810" y="41148"/>
                  </a:lnTo>
                  <a:lnTo>
                    <a:pt x="7620" y="42672"/>
                  </a:lnTo>
                  <a:lnTo>
                    <a:pt x="16002" y="42672"/>
                  </a:lnTo>
                  <a:lnTo>
                    <a:pt x="19812" y="41148"/>
                  </a:lnTo>
                  <a:lnTo>
                    <a:pt x="22098" y="38862"/>
                  </a:lnTo>
                  <a:lnTo>
                    <a:pt x="24384" y="34290"/>
                  </a:ln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3" name="object 1143" descr=""/>
            <p:cNvSpPr/>
            <p:nvPr/>
          </p:nvSpPr>
          <p:spPr>
            <a:xfrm>
              <a:off x="3517845" y="3596956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4" name="object 1144" descr=""/>
            <p:cNvSpPr/>
            <p:nvPr/>
          </p:nvSpPr>
          <p:spPr>
            <a:xfrm>
              <a:off x="3530038" y="359695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5" name="object 1145" descr=""/>
            <p:cNvSpPr/>
            <p:nvPr/>
          </p:nvSpPr>
          <p:spPr>
            <a:xfrm>
              <a:off x="408638" y="4865686"/>
              <a:ext cx="25400" cy="43180"/>
            </a:xfrm>
            <a:custGeom>
              <a:avLst/>
              <a:gdLst/>
              <a:ahLst/>
              <a:cxnLst/>
              <a:rect l="l" t="t" r="r" b="b"/>
              <a:pathLst>
                <a:path w="25400" h="43179">
                  <a:moveTo>
                    <a:pt x="247" y="41148"/>
                  </a:moveTo>
                  <a:lnTo>
                    <a:pt x="6343" y="42672"/>
                  </a:lnTo>
                  <a:lnTo>
                    <a:pt x="17011" y="42672"/>
                  </a:lnTo>
                  <a:lnTo>
                    <a:pt x="22566" y="39618"/>
                  </a:lnTo>
                  <a:lnTo>
                    <a:pt x="25398" y="34899"/>
                  </a:lnTo>
                  <a:lnTo>
                    <a:pt x="24989" y="29495"/>
                  </a:lnTo>
                  <a:lnTo>
                    <a:pt x="20821" y="24384"/>
                  </a:lnTo>
                  <a:lnTo>
                    <a:pt x="17011" y="22098"/>
                  </a:lnTo>
                  <a:lnTo>
                    <a:pt x="8629" y="20574"/>
                  </a:lnTo>
                  <a:lnTo>
                    <a:pt x="2282" y="15800"/>
                  </a:lnTo>
                  <a:lnTo>
                    <a:pt x="0" y="10186"/>
                  </a:lnTo>
                  <a:lnTo>
                    <a:pt x="2032" y="4623"/>
                  </a:lnTo>
                  <a:lnTo>
                    <a:pt x="8629" y="0"/>
                  </a:lnTo>
                  <a:lnTo>
                    <a:pt x="19297" y="0"/>
                  </a:lnTo>
                  <a:lnTo>
                    <a:pt x="25393" y="2286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6" name="object 1146" descr=""/>
            <p:cNvSpPr/>
            <p:nvPr/>
          </p:nvSpPr>
          <p:spPr>
            <a:xfrm>
              <a:off x="452320" y="486568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7" name="object 1147" descr=""/>
            <p:cNvSpPr/>
            <p:nvPr/>
          </p:nvSpPr>
          <p:spPr>
            <a:xfrm>
              <a:off x="472894" y="4865686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5" h="43179">
                  <a:moveTo>
                    <a:pt x="0" y="42672"/>
                  </a:moveTo>
                  <a:lnTo>
                    <a:pt x="0" y="0"/>
                  </a:lnTo>
                  <a:lnTo>
                    <a:pt x="24384" y="42672"/>
                  </a:lnTo>
                  <a:lnTo>
                    <a:pt x="24383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8" name="object 1148" descr=""/>
            <p:cNvSpPr/>
            <p:nvPr/>
          </p:nvSpPr>
          <p:spPr>
            <a:xfrm>
              <a:off x="517852" y="4886260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4" h="0">
                  <a:moveTo>
                    <a:pt x="0" y="0"/>
                  </a:moveTo>
                  <a:lnTo>
                    <a:pt x="14478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9" name="object 1149" descr=""/>
            <p:cNvSpPr/>
            <p:nvPr/>
          </p:nvSpPr>
          <p:spPr>
            <a:xfrm>
              <a:off x="517852" y="4865686"/>
              <a:ext cx="20955" cy="43180"/>
            </a:xfrm>
            <a:custGeom>
              <a:avLst/>
              <a:gdLst/>
              <a:ahLst/>
              <a:cxnLst/>
              <a:rect l="l" t="t" r="r" b="b"/>
              <a:pathLst>
                <a:path w="20954" h="43179">
                  <a:moveTo>
                    <a:pt x="20573" y="42672"/>
                  </a:moveTo>
                  <a:lnTo>
                    <a:pt x="0" y="42672"/>
                  </a:lnTo>
                  <a:lnTo>
                    <a:pt x="0" y="0"/>
                  </a:lnTo>
                  <a:lnTo>
                    <a:pt x="20573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0" name="object 1150" descr=""/>
            <p:cNvSpPr/>
            <p:nvPr/>
          </p:nvSpPr>
          <p:spPr>
            <a:xfrm>
              <a:off x="587194" y="4865686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09" h="43179">
                  <a:moveTo>
                    <a:pt x="10667" y="0"/>
                  </a:moveTo>
                  <a:lnTo>
                    <a:pt x="28955" y="28956"/>
                  </a:lnTo>
                  <a:lnTo>
                    <a:pt x="26669" y="36576"/>
                  </a:lnTo>
                  <a:lnTo>
                    <a:pt x="22859" y="41148"/>
                  </a:lnTo>
                  <a:lnTo>
                    <a:pt x="18287" y="42672"/>
                  </a:lnTo>
                  <a:lnTo>
                    <a:pt x="10667" y="42672"/>
                  </a:lnTo>
                  <a:lnTo>
                    <a:pt x="6095" y="41148"/>
                  </a:lnTo>
                  <a:lnTo>
                    <a:pt x="2285" y="36576"/>
                  </a:lnTo>
                  <a:lnTo>
                    <a:pt x="0" y="28956"/>
                  </a:lnTo>
                  <a:lnTo>
                    <a:pt x="0" y="14478"/>
                  </a:lnTo>
                  <a:lnTo>
                    <a:pt x="2285" y="6096"/>
                  </a:lnTo>
                  <a:lnTo>
                    <a:pt x="6095" y="2286"/>
                  </a:lnTo>
                  <a:lnTo>
                    <a:pt x="10667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1" name="object 1151" descr=""/>
            <p:cNvSpPr/>
            <p:nvPr/>
          </p:nvSpPr>
          <p:spPr>
            <a:xfrm>
              <a:off x="634438" y="4865686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5" h="43179">
                  <a:moveTo>
                    <a:pt x="0" y="0"/>
                  </a:moveTo>
                  <a:lnTo>
                    <a:pt x="0" y="35052"/>
                  </a:lnTo>
                  <a:lnTo>
                    <a:pt x="2286" y="38862"/>
                  </a:lnTo>
                  <a:lnTo>
                    <a:pt x="3810" y="41148"/>
                  </a:lnTo>
                  <a:lnTo>
                    <a:pt x="8382" y="42672"/>
                  </a:lnTo>
                  <a:lnTo>
                    <a:pt x="16764" y="42672"/>
                  </a:lnTo>
                  <a:lnTo>
                    <a:pt x="20574" y="41148"/>
                  </a:lnTo>
                  <a:lnTo>
                    <a:pt x="22860" y="38862"/>
                  </a:lnTo>
                  <a:lnTo>
                    <a:pt x="24384" y="35052"/>
                  </a:ln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2" name="object 1152" descr=""/>
            <p:cNvSpPr/>
            <p:nvPr/>
          </p:nvSpPr>
          <p:spPr>
            <a:xfrm>
              <a:off x="673300" y="4865686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3" name="object 1153" descr=""/>
            <p:cNvSpPr/>
            <p:nvPr/>
          </p:nvSpPr>
          <p:spPr>
            <a:xfrm>
              <a:off x="685492" y="486568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4" name="object 1154" descr=""/>
            <p:cNvSpPr/>
            <p:nvPr/>
          </p:nvSpPr>
          <p:spPr>
            <a:xfrm>
              <a:off x="3002733" y="4810060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0" y="40385"/>
                  </a:moveTo>
                  <a:lnTo>
                    <a:pt x="6096" y="42671"/>
                  </a:lnTo>
                  <a:lnTo>
                    <a:pt x="16002" y="42671"/>
                  </a:lnTo>
                  <a:lnTo>
                    <a:pt x="20574" y="40385"/>
                  </a:lnTo>
                  <a:lnTo>
                    <a:pt x="22098" y="38861"/>
                  </a:lnTo>
                  <a:lnTo>
                    <a:pt x="24384" y="34289"/>
                  </a:lnTo>
                  <a:lnTo>
                    <a:pt x="24384" y="30479"/>
                  </a:lnTo>
                  <a:lnTo>
                    <a:pt x="22098" y="25907"/>
                  </a:lnTo>
                  <a:lnTo>
                    <a:pt x="20574" y="24383"/>
                  </a:lnTo>
                  <a:lnTo>
                    <a:pt x="16002" y="22097"/>
                  </a:lnTo>
                  <a:lnTo>
                    <a:pt x="8381" y="19811"/>
                  </a:lnTo>
                  <a:lnTo>
                    <a:pt x="3809" y="18287"/>
                  </a:lnTo>
                  <a:lnTo>
                    <a:pt x="2285" y="16001"/>
                  </a:lnTo>
                  <a:lnTo>
                    <a:pt x="0" y="12191"/>
                  </a:lnTo>
                  <a:lnTo>
                    <a:pt x="0" y="7619"/>
                  </a:lnTo>
                  <a:lnTo>
                    <a:pt x="2285" y="3809"/>
                  </a:lnTo>
                  <a:lnTo>
                    <a:pt x="3809" y="1523"/>
                  </a:lnTo>
                  <a:lnTo>
                    <a:pt x="8381" y="0"/>
                  </a:lnTo>
                  <a:lnTo>
                    <a:pt x="18287" y="0"/>
                  </a:lnTo>
                  <a:lnTo>
                    <a:pt x="24383" y="1523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5" name="object 1155" descr=""/>
            <p:cNvSpPr/>
            <p:nvPr/>
          </p:nvSpPr>
          <p:spPr>
            <a:xfrm>
              <a:off x="3043882" y="4840540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5" h="0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6" name="object 1156" descr=""/>
            <p:cNvSpPr/>
            <p:nvPr/>
          </p:nvSpPr>
          <p:spPr>
            <a:xfrm>
              <a:off x="3039310" y="4810060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10" h="43179">
                  <a:moveTo>
                    <a:pt x="0" y="42671"/>
                  </a:moveTo>
                  <a:lnTo>
                    <a:pt x="14477" y="0"/>
                  </a:lnTo>
                  <a:lnTo>
                    <a:pt x="28956" y="42671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7" name="object 1157" descr=""/>
            <p:cNvSpPr/>
            <p:nvPr/>
          </p:nvSpPr>
          <p:spPr>
            <a:xfrm>
              <a:off x="3078172" y="4810060"/>
              <a:ext cx="37465" cy="43180"/>
            </a:xfrm>
            <a:custGeom>
              <a:avLst/>
              <a:gdLst/>
              <a:ahLst/>
              <a:cxnLst/>
              <a:rect l="l" t="t" r="r" b="b"/>
              <a:pathLst>
                <a:path w="37464" h="43179">
                  <a:moveTo>
                    <a:pt x="0" y="0"/>
                  </a:moveTo>
                  <a:lnTo>
                    <a:pt x="10668" y="42671"/>
                  </a:lnTo>
                  <a:lnTo>
                    <a:pt x="19050" y="12191"/>
                  </a:lnTo>
                  <a:lnTo>
                    <a:pt x="26670" y="42671"/>
                  </a:lnTo>
                  <a:lnTo>
                    <a:pt x="37338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8" name="object 1158" descr=""/>
            <p:cNvSpPr/>
            <p:nvPr/>
          </p:nvSpPr>
          <p:spPr>
            <a:xfrm>
              <a:off x="3125416" y="4810060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9" name="object 1159" descr=""/>
            <p:cNvSpPr/>
            <p:nvPr/>
          </p:nvSpPr>
          <p:spPr>
            <a:xfrm>
              <a:off x="3137608" y="481006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0" name="object 1160" descr=""/>
            <p:cNvSpPr/>
            <p:nvPr/>
          </p:nvSpPr>
          <p:spPr>
            <a:xfrm>
              <a:off x="3162754" y="4810060"/>
              <a:ext cx="28575" cy="43180"/>
            </a:xfrm>
            <a:custGeom>
              <a:avLst/>
              <a:gdLst/>
              <a:ahLst/>
              <a:cxnLst/>
              <a:rect l="l" t="t" r="r" b="b"/>
              <a:pathLst>
                <a:path w="28575" h="43179">
                  <a:moveTo>
                    <a:pt x="9906" y="0"/>
                  </a:moveTo>
                  <a:lnTo>
                    <a:pt x="28194" y="28193"/>
                  </a:lnTo>
                  <a:lnTo>
                    <a:pt x="26670" y="36575"/>
                  </a:lnTo>
                  <a:lnTo>
                    <a:pt x="22098" y="40385"/>
                  </a:lnTo>
                  <a:lnTo>
                    <a:pt x="18288" y="42671"/>
                  </a:lnTo>
                  <a:lnTo>
                    <a:pt x="9906" y="42671"/>
                  </a:lnTo>
                  <a:lnTo>
                    <a:pt x="6096" y="40385"/>
                  </a:lnTo>
                  <a:lnTo>
                    <a:pt x="1524" y="36575"/>
                  </a:lnTo>
                  <a:lnTo>
                    <a:pt x="0" y="28193"/>
                  </a:lnTo>
                  <a:lnTo>
                    <a:pt x="0" y="13715"/>
                  </a:lnTo>
                  <a:lnTo>
                    <a:pt x="1524" y="6095"/>
                  </a:lnTo>
                  <a:lnTo>
                    <a:pt x="6096" y="1523"/>
                  </a:lnTo>
                  <a:lnTo>
                    <a:pt x="990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1" name="object 1161" descr=""/>
            <p:cNvSpPr/>
            <p:nvPr/>
          </p:nvSpPr>
          <p:spPr>
            <a:xfrm>
              <a:off x="3207711" y="4810060"/>
              <a:ext cx="28575" cy="43180"/>
            </a:xfrm>
            <a:custGeom>
              <a:avLst/>
              <a:gdLst/>
              <a:ahLst/>
              <a:cxnLst/>
              <a:rect l="l" t="t" r="r" b="b"/>
              <a:pathLst>
                <a:path w="28575" h="43179">
                  <a:moveTo>
                    <a:pt x="9906" y="0"/>
                  </a:moveTo>
                  <a:lnTo>
                    <a:pt x="28194" y="28193"/>
                  </a:lnTo>
                  <a:lnTo>
                    <a:pt x="26670" y="36575"/>
                  </a:lnTo>
                  <a:lnTo>
                    <a:pt x="22098" y="40385"/>
                  </a:lnTo>
                  <a:lnTo>
                    <a:pt x="18288" y="42671"/>
                  </a:lnTo>
                  <a:lnTo>
                    <a:pt x="9906" y="42671"/>
                  </a:lnTo>
                  <a:lnTo>
                    <a:pt x="6096" y="40385"/>
                  </a:lnTo>
                  <a:lnTo>
                    <a:pt x="1524" y="36575"/>
                  </a:lnTo>
                  <a:lnTo>
                    <a:pt x="0" y="28193"/>
                  </a:lnTo>
                  <a:lnTo>
                    <a:pt x="0" y="13715"/>
                  </a:lnTo>
                  <a:lnTo>
                    <a:pt x="1524" y="6095"/>
                  </a:lnTo>
                  <a:lnTo>
                    <a:pt x="6096" y="1523"/>
                  </a:lnTo>
                  <a:lnTo>
                    <a:pt x="990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2" name="object 1162" descr=""/>
            <p:cNvSpPr/>
            <p:nvPr/>
          </p:nvSpPr>
          <p:spPr>
            <a:xfrm>
              <a:off x="3248098" y="4810060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46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3" name="object 1163" descr=""/>
            <p:cNvSpPr/>
            <p:nvPr/>
          </p:nvSpPr>
          <p:spPr>
            <a:xfrm>
              <a:off x="3261052" y="481006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4" name="object 1164" descr=""/>
            <p:cNvSpPr/>
            <p:nvPr/>
          </p:nvSpPr>
          <p:spPr>
            <a:xfrm>
              <a:off x="3287722" y="481006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5" name="object 1165" descr=""/>
            <p:cNvSpPr/>
            <p:nvPr/>
          </p:nvSpPr>
          <p:spPr>
            <a:xfrm>
              <a:off x="3287722" y="482987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6" name="object 1166" descr=""/>
            <p:cNvSpPr/>
            <p:nvPr/>
          </p:nvSpPr>
          <p:spPr>
            <a:xfrm>
              <a:off x="3312106" y="481006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7" name="object 1167" descr=""/>
            <p:cNvSpPr/>
            <p:nvPr/>
          </p:nvSpPr>
          <p:spPr>
            <a:xfrm>
              <a:off x="3363160" y="4810060"/>
              <a:ext cx="29209" cy="43180"/>
            </a:xfrm>
            <a:custGeom>
              <a:avLst/>
              <a:gdLst/>
              <a:ahLst/>
              <a:cxnLst/>
              <a:rect l="l" t="t" r="r" b="b"/>
              <a:pathLst>
                <a:path w="29210" h="43179">
                  <a:moveTo>
                    <a:pt x="9905" y="0"/>
                  </a:moveTo>
                  <a:lnTo>
                    <a:pt x="18287" y="0"/>
                  </a:lnTo>
                  <a:lnTo>
                    <a:pt x="22859" y="1523"/>
                  </a:lnTo>
                  <a:lnTo>
                    <a:pt x="26669" y="6095"/>
                  </a:lnTo>
                  <a:lnTo>
                    <a:pt x="28955" y="13715"/>
                  </a:lnTo>
                  <a:lnTo>
                    <a:pt x="28955" y="28193"/>
                  </a:lnTo>
                  <a:lnTo>
                    <a:pt x="26669" y="36575"/>
                  </a:lnTo>
                  <a:lnTo>
                    <a:pt x="22859" y="40385"/>
                  </a:lnTo>
                  <a:lnTo>
                    <a:pt x="18287" y="42671"/>
                  </a:lnTo>
                  <a:lnTo>
                    <a:pt x="9905" y="42671"/>
                  </a:lnTo>
                  <a:lnTo>
                    <a:pt x="6095" y="40385"/>
                  </a:lnTo>
                  <a:lnTo>
                    <a:pt x="2285" y="36575"/>
                  </a:lnTo>
                  <a:lnTo>
                    <a:pt x="0" y="28193"/>
                  </a:lnTo>
                  <a:lnTo>
                    <a:pt x="0" y="13715"/>
                  </a:lnTo>
                  <a:lnTo>
                    <a:pt x="2285" y="6095"/>
                  </a:lnTo>
                  <a:lnTo>
                    <a:pt x="6095" y="1523"/>
                  </a:lnTo>
                  <a:lnTo>
                    <a:pt x="9905" y="0"/>
                  </a:lnTo>
                </a:path>
              </a:pathLst>
            </a:custGeom>
            <a:ln w="685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8" name="object 1168" descr=""/>
            <p:cNvSpPr/>
            <p:nvPr/>
          </p:nvSpPr>
          <p:spPr>
            <a:xfrm>
              <a:off x="3410404" y="4810060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4" h="43179">
                  <a:moveTo>
                    <a:pt x="0" y="0"/>
                  </a:moveTo>
                  <a:lnTo>
                    <a:pt x="0" y="34289"/>
                  </a:lnTo>
                  <a:lnTo>
                    <a:pt x="1524" y="38861"/>
                  </a:lnTo>
                  <a:lnTo>
                    <a:pt x="3810" y="40385"/>
                  </a:lnTo>
                  <a:lnTo>
                    <a:pt x="8382" y="42671"/>
                  </a:lnTo>
                  <a:lnTo>
                    <a:pt x="16002" y="42671"/>
                  </a:lnTo>
                  <a:lnTo>
                    <a:pt x="20574" y="40385"/>
                  </a:lnTo>
                  <a:lnTo>
                    <a:pt x="22098" y="38861"/>
                  </a:lnTo>
                  <a:lnTo>
                    <a:pt x="24384" y="34289"/>
                  </a:ln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9" name="object 1169" descr=""/>
            <p:cNvSpPr/>
            <p:nvPr/>
          </p:nvSpPr>
          <p:spPr>
            <a:xfrm>
              <a:off x="3449266" y="4810060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4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0" name="object 1170" descr=""/>
            <p:cNvSpPr/>
            <p:nvPr/>
          </p:nvSpPr>
          <p:spPr>
            <a:xfrm>
              <a:off x="3461457" y="481006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1"/>
                  </a:moveTo>
                  <a:lnTo>
                    <a:pt x="0" y="0"/>
                  </a:lnTo>
                </a:path>
              </a:pathLst>
            </a:custGeom>
            <a:ln w="6858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1" name="object 1171" descr=""/>
            <p:cNvSpPr/>
            <p:nvPr/>
          </p:nvSpPr>
          <p:spPr>
            <a:xfrm>
              <a:off x="318970" y="4816156"/>
              <a:ext cx="2215515" cy="1259840"/>
            </a:xfrm>
            <a:custGeom>
              <a:avLst/>
              <a:gdLst/>
              <a:ahLst/>
              <a:cxnLst/>
              <a:rect l="l" t="t" r="r" b="b"/>
              <a:pathLst>
                <a:path w="2215515" h="1259839">
                  <a:moveTo>
                    <a:pt x="0" y="1259586"/>
                  </a:moveTo>
                  <a:lnTo>
                    <a:pt x="0" y="0"/>
                  </a:lnTo>
                  <a:lnTo>
                    <a:pt x="2215134" y="0"/>
                  </a:lnTo>
                  <a:lnTo>
                    <a:pt x="2215134" y="1259586"/>
                  </a:lnTo>
                  <a:lnTo>
                    <a:pt x="0" y="1259586"/>
                  </a:lnTo>
                  <a:close/>
                </a:path>
              </a:pathLst>
            </a:custGeom>
            <a:ln w="6096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2" name="object 1172" descr=""/>
            <p:cNvSpPr/>
            <p:nvPr/>
          </p:nvSpPr>
          <p:spPr>
            <a:xfrm>
              <a:off x="4837630" y="827086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0"/>
                  </a:moveTo>
                  <a:lnTo>
                    <a:pt x="20574" y="20574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3" name="object 1173" descr=""/>
            <p:cNvSpPr/>
            <p:nvPr/>
          </p:nvSpPr>
          <p:spPr>
            <a:xfrm>
              <a:off x="4837630" y="827086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20574"/>
                  </a:moveTo>
                  <a:lnTo>
                    <a:pt x="20574" y="0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4" name="object 1174" descr=""/>
            <p:cNvSpPr/>
            <p:nvPr/>
          </p:nvSpPr>
          <p:spPr>
            <a:xfrm>
              <a:off x="4214313" y="1085404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0"/>
                  </a:moveTo>
                  <a:lnTo>
                    <a:pt x="20574" y="20574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5" name="object 1175" descr=""/>
            <p:cNvSpPr/>
            <p:nvPr/>
          </p:nvSpPr>
          <p:spPr>
            <a:xfrm>
              <a:off x="4214313" y="1085404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20574"/>
                  </a:moveTo>
                  <a:lnTo>
                    <a:pt x="20574" y="0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6" name="object 1176" descr=""/>
            <p:cNvSpPr/>
            <p:nvPr/>
          </p:nvSpPr>
          <p:spPr>
            <a:xfrm>
              <a:off x="4665418" y="784414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0"/>
                  </a:moveTo>
                  <a:lnTo>
                    <a:pt x="20574" y="20574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7" name="object 1177" descr=""/>
            <p:cNvSpPr/>
            <p:nvPr/>
          </p:nvSpPr>
          <p:spPr>
            <a:xfrm>
              <a:off x="4665418" y="784414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574"/>
                  </a:moveTo>
                  <a:lnTo>
                    <a:pt x="20574" y="0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8" name="object 1178" descr=""/>
            <p:cNvSpPr/>
            <p:nvPr/>
          </p:nvSpPr>
          <p:spPr>
            <a:xfrm>
              <a:off x="1117546" y="5407468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0"/>
                  </a:moveTo>
                  <a:lnTo>
                    <a:pt x="20574" y="20574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9" name="object 1179" descr=""/>
            <p:cNvSpPr/>
            <p:nvPr/>
          </p:nvSpPr>
          <p:spPr>
            <a:xfrm>
              <a:off x="1117546" y="5407468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20574"/>
                  </a:moveTo>
                  <a:lnTo>
                    <a:pt x="20574" y="0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0" name="object 1180" descr=""/>
            <p:cNvSpPr/>
            <p:nvPr/>
          </p:nvSpPr>
          <p:spPr>
            <a:xfrm>
              <a:off x="1439872" y="5859334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0"/>
                  </a:moveTo>
                  <a:lnTo>
                    <a:pt x="20574" y="20573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1" name="object 1181" descr=""/>
            <p:cNvSpPr/>
            <p:nvPr/>
          </p:nvSpPr>
          <p:spPr>
            <a:xfrm>
              <a:off x="1439872" y="5859334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20573"/>
                  </a:moveTo>
                  <a:lnTo>
                    <a:pt x="20574" y="0"/>
                  </a:lnTo>
                </a:path>
              </a:pathLst>
            </a:custGeom>
            <a:ln w="3175">
              <a:solidFill>
                <a:srgbClr val="00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2" name="object 1182" descr=""/>
            <p:cNvSpPr/>
            <p:nvPr/>
          </p:nvSpPr>
          <p:spPr>
            <a:xfrm>
              <a:off x="690054" y="721937"/>
              <a:ext cx="4295775" cy="5005705"/>
            </a:xfrm>
            <a:custGeom>
              <a:avLst/>
              <a:gdLst/>
              <a:ahLst/>
              <a:cxnLst/>
              <a:rect l="l" t="t" r="r" b="b"/>
              <a:pathLst>
                <a:path w="4295775" h="5005705">
                  <a:moveTo>
                    <a:pt x="16002" y="476250"/>
                  </a:moveTo>
                  <a:lnTo>
                    <a:pt x="12192" y="473202"/>
                  </a:lnTo>
                  <a:lnTo>
                    <a:pt x="3048" y="473202"/>
                  </a:lnTo>
                  <a:lnTo>
                    <a:pt x="0" y="476250"/>
                  </a:lnTo>
                  <a:lnTo>
                    <a:pt x="0" y="485394"/>
                  </a:lnTo>
                  <a:lnTo>
                    <a:pt x="3048" y="489204"/>
                  </a:lnTo>
                  <a:lnTo>
                    <a:pt x="12192" y="489204"/>
                  </a:lnTo>
                  <a:lnTo>
                    <a:pt x="16002" y="485394"/>
                  </a:lnTo>
                  <a:lnTo>
                    <a:pt x="16002" y="480822"/>
                  </a:lnTo>
                  <a:lnTo>
                    <a:pt x="16002" y="476250"/>
                  </a:lnTo>
                  <a:close/>
                </a:path>
                <a:path w="4295775" h="5005705">
                  <a:moveTo>
                    <a:pt x="16002" y="3048"/>
                  </a:moveTo>
                  <a:lnTo>
                    <a:pt x="12192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12192"/>
                  </a:lnTo>
                  <a:lnTo>
                    <a:pt x="3048" y="16002"/>
                  </a:lnTo>
                  <a:lnTo>
                    <a:pt x="12192" y="16002"/>
                  </a:lnTo>
                  <a:lnTo>
                    <a:pt x="16002" y="12192"/>
                  </a:lnTo>
                  <a:lnTo>
                    <a:pt x="16002" y="7620"/>
                  </a:lnTo>
                  <a:lnTo>
                    <a:pt x="16002" y="3048"/>
                  </a:lnTo>
                  <a:close/>
                </a:path>
                <a:path w="4295775" h="5005705">
                  <a:moveTo>
                    <a:pt x="80010" y="1659636"/>
                  </a:moveTo>
                  <a:lnTo>
                    <a:pt x="76200" y="1656588"/>
                  </a:lnTo>
                  <a:lnTo>
                    <a:pt x="67056" y="1656588"/>
                  </a:lnTo>
                  <a:lnTo>
                    <a:pt x="64008" y="1659636"/>
                  </a:lnTo>
                  <a:lnTo>
                    <a:pt x="64008" y="1668780"/>
                  </a:lnTo>
                  <a:lnTo>
                    <a:pt x="67056" y="1672590"/>
                  </a:lnTo>
                  <a:lnTo>
                    <a:pt x="76200" y="1672590"/>
                  </a:lnTo>
                  <a:lnTo>
                    <a:pt x="80010" y="1668780"/>
                  </a:lnTo>
                  <a:lnTo>
                    <a:pt x="80010" y="1664208"/>
                  </a:lnTo>
                  <a:lnTo>
                    <a:pt x="80010" y="1659636"/>
                  </a:lnTo>
                  <a:close/>
                </a:path>
                <a:path w="4295775" h="5005705">
                  <a:moveTo>
                    <a:pt x="273558" y="1659636"/>
                  </a:moveTo>
                  <a:lnTo>
                    <a:pt x="269748" y="1656588"/>
                  </a:lnTo>
                  <a:lnTo>
                    <a:pt x="260604" y="1656588"/>
                  </a:lnTo>
                  <a:lnTo>
                    <a:pt x="257556" y="1659636"/>
                  </a:lnTo>
                  <a:lnTo>
                    <a:pt x="257556" y="1668780"/>
                  </a:lnTo>
                  <a:lnTo>
                    <a:pt x="260604" y="1672590"/>
                  </a:lnTo>
                  <a:lnTo>
                    <a:pt x="269748" y="1672590"/>
                  </a:lnTo>
                  <a:lnTo>
                    <a:pt x="273558" y="1668780"/>
                  </a:lnTo>
                  <a:lnTo>
                    <a:pt x="273558" y="1664208"/>
                  </a:lnTo>
                  <a:lnTo>
                    <a:pt x="273558" y="1659636"/>
                  </a:lnTo>
                  <a:close/>
                </a:path>
                <a:path w="4295775" h="5005705">
                  <a:moveTo>
                    <a:pt x="295656" y="3121914"/>
                  </a:moveTo>
                  <a:lnTo>
                    <a:pt x="291846" y="3118866"/>
                  </a:lnTo>
                  <a:lnTo>
                    <a:pt x="282702" y="3118866"/>
                  </a:lnTo>
                  <a:lnTo>
                    <a:pt x="279654" y="3121914"/>
                  </a:lnTo>
                  <a:lnTo>
                    <a:pt x="279654" y="3131058"/>
                  </a:lnTo>
                  <a:lnTo>
                    <a:pt x="282702" y="3134868"/>
                  </a:lnTo>
                  <a:lnTo>
                    <a:pt x="291846" y="3134868"/>
                  </a:lnTo>
                  <a:lnTo>
                    <a:pt x="295656" y="3131058"/>
                  </a:lnTo>
                  <a:lnTo>
                    <a:pt x="295656" y="3126486"/>
                  </a:lnTo>
                  <a:lnTo>
                    <a:pt x="295656" y="3121914"/>
                  </a:lnTo>
                  <a:close/>
                </a:path>
                <a:path w="4295775" h="5005705">
                  <a:moveTo>
                    <a:pt x="316992" y="4648200"/>
                  </a:moveTo>
                  <a:lnTo>
                    <a:pt x="313182" y="4645152"/>
                  </a:lnTo>
                  <a:lnTo>
                    <a:pt x="304038" y="4645152"/>
                  </a:lnTo>
                  <a:lnTo>
                    <a:pt x="300990" y="4648200"/>
                  </a:lnTo>
                  <a:lnTo>
                    <a:pt x="300990" y="4657344"/>
                  </a:lnTo>
                  <a:lnTo>
                    <a:pt x="304038" y="4661154"/>
                  </a:lnTo>
                  <a:lnTo>
                    <a:pt x="313182" y="4661154"/>
                  </a:lnTo>
                  <a:lnTo>
                    <a:pt x="316992" y="4657344"/>
                  </a:lnTo>
                  <a:lnTo>
                    <a:pt x="316992" y="4652772"/>
                  </a:lnTo>
                  <a:lnTo>
                    <a:pt x="316992" y="4648200"/>
                  </a:lnTo>
                  <a:close/>
                </a:path>
                <a:path w="4295775" h="5005705">
                  <a:moveTo>
                    <a:pt x="316992" y="4390644"/>
                  </a:moveTo>
                  <a:lnTo>
                    <a:pt x="313182" y="4387596"/>
                  </a:lnTo>
                  <a:lnTo>
                    <a:pt x="304038" y="4387596"/>
                  </a:lnTo>
                  <a:lnTo>
                    <a:pt x="300990" y="4390644"/>
                  </a:lnTo>
                  <a:lnTo>
                    <a:pt x="300990" y="4399788"/>
                  </a:lnTo>
                  <a:lnTo>
                    <a:pt x="304038" y="4403598"/>
                  </a:lnTo>
                  <a:lnTo>
                    <a:pt x="313182" y="4403598"/>
                  </a:lnTo>
                  <a:lnTo>
                    <a:pt x="316992" y="4399788"/>
                  </a:lnTo>
                  <a:lnTo>
                    <a:pt x="316992" y="4395216"/>
                  </a:lnTo>
                  <a:lnTo>
                    <a:pt x="316992" y="4390644"/>
                  </a:lnTo>
                  <a:close/>
                </a:path>
                <a:path w="4295775" h="5005705">
                  <a:moveTo>
                    <a:pt x="403098" y="476250"/>
                  </a:moveTo>
                  <a:lnTo>
                    <a:pt x="399288" y="473202"/>
                  </a:lnTo>
                  <a:lnTo>
                    <a:pt x="390144" y="473202"/>
                  </a:lnTo>
                  <a:lnTo>
                    <a:pt x="387096" y="476250"/>
                  </a:lnTo>
                  <a:lnTo>
                    <a:pt x="387096" y="485394"/>
                  </a:lnTo>
                  <a:lnTo>
                    <a:pt x="390144" y="489204"/>
                  </a:lnTo>
                  <a:lnTo>
                    <a:pt x="399288" y="489204"/>
                  </a:lnTo>
                  <a:lnTo>
                    <a:pt x="403098" y="485394"/>
                  </a:lnTo>
                  <a:lnTo>
                    <a:pt x="403098" y="480822"/>
                  </a:lnTo>
                  <a:lnTo>
                    <a:pt x="403098" y="476250"/>
                  </a:lnTo>
                  <a:close/>
                </a:path>
                <a:path w="4295775" h="5005705">
                  <a:moveTo>
                    <a:pt x="403098" y="3048"/>
                  </a:moveTo>
                  <a:lnTo>
                    <a:pt x="399288" y="0"/>
                  </a:lnTo>
                  <a:lnTo>
                    <a:pt x="390144" y="0"/>
                  </a:lnTo>
                  <a:lnTo>
                    <a:pt x="387096" y="3048"/>
                  </a:lnTo>
                  <a:lnTo>
                    <a:pt x="387096" y="12192"/>
                  </a:lnTo>
                  <a:lnTo>
                    <a:pt x="390144" y="16002"/>
                  </a:lnTo>
                  <a:lnTo>
                    <a:pt x="399288" y="16002"/>
                  </a:lnTo>
                  <a:lnTo>
                    <a:pt x="403098" y="12192"/>
                  </a:lnTo>
                  <a:lnTo>
                    <a:pt x="403098" y="7620"/>
                  </a:lnTo>
                  <a:lnTo>
                    <a:pt x="403098" y="3048"/>
                  </a:lnTo>
                  <a:close/>
                </a:path>
                <a:path w="4295775" h="5005705">
                  <a:moveTo>
                    <a:pt x="467106" y="1659636"/>
                  </a:moveTo>
                  <a:lnTo>
                    <a:pt x="463296" y="1656588"/>
                  </a:lnTo>
                  <a:lnTo>
                    <a:pt x="454152" y="1656588"/>
                  </a:lnTo>
                  <a:lnTo>
                    <a:pt x="451104" y="1659636"/>
                  </a:lnTo>
                  <a:lnTo>
                    <a:pt x="451104" y="1668780"/>
                  </a:lnTo>
                  <a:lnTo>
                    <a:pt x="454152" y="1672590"/>
                  </a:lnTo>
                  <a:lnTo>
                    <a:pt x="463296" y="1672590"/>
                  </a:lnTo>
                  <a:lnTo>
                    <a:pt x="467106" y="1668780"/>
                  </a:lnTo>
                  <a:lnTo>
                    <a:pt x="467106" y="1664208"/>
                  </a:lnTo>
                  <a:lnTo>
                    <a:pt x="467106" y="1659636"/>
                  </a:lnTo>
                  <a:close/>
                </a:path>
                <a:path w="4295775" h="5005705">
                  <a:moveTo>
                    <a:pt x="704088" y="3422904"/>
                  </a:moveTo>
                  <a:lnTo>
                    <a:pt x="700278" y="3419856"/>
                  </a:lnTo>
                  <a:lnTo>
                    <a:pt x="691134" y="3419856"/>
                  </a:lnTo>
                  <a:lnTo>
                    <a:pt x="688086" y="3422904"/>
                  </a:lnTo>
                  <a:lnTo>
                    <a:pt x="688086" y="3432048"/>
                  </a:lnTo>
                  <a:lnTo>
                    <a:pt x="691134" y="3435858"/>
                  </a:lnTo>
                  <a:lnTo>
                    <a:pt x="700278" y="3435858"/>
                  </a:lnTo>
                  <a:lnTo>
                    <a:pt x="704088" y="3432048"/>
                  </a:lnTo>
                  <a:lnTo>
                    <a:pt x="704088" y="3427476"/>
                  </a:lnTo>
                  <a:lnTo>
                    <a:pt x="704088" y="3422904"/>
                  </a:lnTo>
                  <a:close/>
                </a:path>
                <a:path w="4295775" h="5005705">
                  <a:moveTo>
                    <a:pt x="704088" y="1659636"/>
                  </a:moveTo>
                  <a:lnTo>
                    <a:pt x="700278" y="1656588"/>
                  </a:lnTo>
                  <a:lnTo>
                    <a:pt x="691134" y="1656588"/>
                  </a:lnTo>
                  <a:lnTo>
                    <a:pt x="688086" y="1659636"/>
                  </a:lnTo>
                  <a:lnTo>
                    <a:pt x="688086" y="1668780"/>
                  </a:lnTo>
                  <a:lnTo>
                    <a:pt x="691134" y="1672590"/>
                  </a:lnTo>
                  <a:lnTo>
                    <a:pt x="700278" y="1672590"/>
                  </a:lnTo>
                  <a:lnTo>
                    <a:pt x="704088" y="1668780"/>
                  </a:lnTo>
                  <a:lnTo>
                    <a:pt x="704088" y="1664208"/>
                  </a:lnTo>
                  <a:lnTo>
                    <a:pt x="704088" y="1659636"/>
                  </a:lnTo>
                  <a:close/>
                </a:path>
                <a:path w="4295775" h="5005705">
                  <a:moveTo>
                    <a:pt x="832866" y="4691634"/>
                  </a:moveTo>
                  <a:lnTo>
                    <a:pt x="829056" y="4688586"/>
                  </a:lnTo>
                  <a:lnTo>
                    <a:pt x="819912" y="4688586"/>
                  </a:lnTo>
                  <a:lnTo>
                    <a:pt x="816864" y="4691634"/>
                  </a:lnTo>
                  <a:lnTo>
                    <a:pt x="816864" y="4700778"/>
                  </a:lnTo>
                  <a:lnTo>
                    <a:pt x="819912" y="4704588"/>
                  </a:lnTo>
                  <a:lnTo>
                    <a:pt x="829056" y="4704588"/>
                  </a:lnTo>
                  <a:lnTo>
                    <a:pt x="832866" y="4700778"/>
                  </a:lnTo>
                  <a:lnTo>
                    <a:pt x="832866" y="4696206"/>
                  </a:lnTo>
                  <a:lnTo>
                    <a:pt x="832866" y="4691634"/>
                  </a:lnTo>
                  <a:close/>
                </a:path>
                <a:path w="4295775" h="5005705">
                  <a:moveTo>
                    <a:pt x="962406" y="3422904"/>
                  </a:moveTo>
                  <a:lnTo>
                    <a:pt x="958596" y="3419856"/>
                  </a:lnTo>
                  <a:lnTo>
                    <a:pt x="949452" y="3419856"/>
                  </a:lnTo>
                  <a:lnTo>
                    <a:pt x="946404" y="3422904"/>
                  </a:lnTo>
                  <a:lnTo>
                    <a:pt x="946404" y="3432048"/>
                  </a:lnTo>
                  <a:lnTo>
                    <a:pt x="949452" y="3435858"/>
                  </a:lnTo>
                  <a:lnTo>
                    <a:pt x="958596" y="3435858"/>
                  </a:lnTo>
                  <a:lnTo>
                    <a:pt x="962406" y="3432048"/>
                  </a:lnTo>
                  <a:lnTo>
                    <a:pt x="962406" y="3427476"/>
                  </a:lnTo>
                  <a:lnTo>
                    <a:pt x="962406" y="3422904"/>
                  </a:lnTo>
                  <a:close/>
                </a:path>
                <a:path w="4295775" h="5005705">
                  <a:moveTo>
                    <a:pt x="962406" y="3164586"/>
                  </a:moveTo>
                  <a:lnTo>
                    <a:pt x="958596" y="3161538"/>
                  </a:lnTo>
                  <a:lnTo>
                    <a:pt x="949452" y="3161538"/>
                  </a:lnTo>
                  <a:lnTo>
                    <a:pt x="946404" y="3164586"/>
                  </a:lnTo>
                  <a:lnTo>
                    <a:pt x="946404" y="3173730"/>
                  </a:lnTo>
                  <a:lnTo>
                    <a:pt x="949452" y="3177540"/>
                  </a:lnTo>
                  <a:lnTo>
                    <a:pt x="958596" y="3177540"/>
                  </a:lnTo>
                  <a:lnTo>
                    <a:pt x="962406" y="3173730"/>
                  </a:lnTo>
                  <a:lnTo>
                    <a:pt x="962406" y="3169158"/>
                  </a:lnTo>
                  <a:lnTo>
                    <a:pt x="962406" y="3164586"/>
                  </a:lnTo>
                  <a:close/>
                </a:path>
                <a:path w="4295775" h="5005705">
                  <a:moveTo>
                    <a:pt x="962406" y="1659636"/>
                  </a:moveTo>
                  <a:lnTo>
                    <a:pt x="958596" y="1656588"/>
                  </a:lnTo>
                  <a:lnTo>
                    <a:pt x="949452" y="1656588"/>
                  </a:lnTo>
                  <a:lnTo>
                    <a:pt x="946404" y="1659636"/>
                  </a:lnTo>
                  <a:lnTo>
                    <a:pt x="946404" y="1668780"/>
                  </a:lnTo>
                  <a:lnTo>
                    <a:pt x="949452" y="1672590"/>
                  </a:lnTo>
                  <a:lnTo>
                    <a:pt x="958596" y="1672590"/>
                  </a:lnTo>
                  <a:lnTo>
                    <a:pt x="962406" y="1668780"/>
                  </a:lnTo>
                  <a:lnTo>
                    <a:pt x="962406" y="1664208"/>
                  </a:lnTo>
                  <a:lnTo>
                    <a:pt x="962406" y="1659636"/>
                  </a:lnTo>
                  <a:close/>
                </a:path>
                <a:path w="4295775" h="5005705">
                  <a:moveTo>
                    <a:pt x="1026414" y="4691634"/>
                  </a:moveTo>
                  <a:lnTo>
                    <a:pt x="1022604" y="4688586"/>
                  </a:lnTo>
                  <a:lnTo>
                    <a:pt x="1013460" y="4688586"/>
                  </a:lnTo>
                  <a:lnTo>
                    <a:pt x="1010412" y="4691634"/>
                  </a:lnTo>
                  <a:lnTo>
                    <a:pt x="1010412" y="4700778"/>
                  </a:lnTo>
                  <a:lnTo>
                    <a:pt x="1013460" y="4704588"/>
                  </a:lnTo>
                  <a:lnTo>
                    <a:pt x="1022604" y="4704588"/>
                  </a:lnTo>
                  <a:lnTo>
                    <a:pt x="1026414" y="4700778"/>
                  </a:lnTo>
                  <a:lnTo>
                    <a:pt x="1026414" y="4696206"/>
                  </a:lnTo>
                  <a:lnTo>
                    <a:pt x="1026414" y="4691634"/>
                  </a:lnTo>
                  <a:close/>
                </a:path>
                <a:path w="4295775" h="5005705">
                  <a:moveTo>
                    <a:pt x="1219962" y="3164586"/>
                  </a:moveTo>
                  <a:lnTo>
                    <a:pt x="1216152" y="3161538"/>
                  </a:lnTo>
                  <a:lnTo>
                    <a:pt x="1207008" y="3161538"/>
                  </a:lnTo>
                  <a:lnTo>
                    <a:pt x="1203960" y="3164586"/>
                  </a:lnTo>
                  <a:lnTo>
                    <a:pt x="1203960" y="3173730"/>
                  </a:lnTo>
                  <a:lnTo>
                    <a:pt x="1207008" y="3177540"/>
                  </a:lnTo>
                  <a:lnTo>
                    <a:pt x="1216152" y="3177540"/>
                  </a:lnTo>
                  <a:lnTo>
                    <a:pt x="1219962" y="3173730"/>
                  </a:lnTo>
                  <a:lnTo>
                    <a:pt x="1219962" y="3169158"/>
                  </a:lnTo>
                  <a:lnTo>
                    <a:pt x="1219962" y="3164586"/>
                  </a:lnTo>
                  <a:close/>
                </a:path>
                <a:path w="4295775" h="5005705">
                  <a:moveTo>
                    <a:pt x="1392174" y="4734306"/>
                  </a:moveTo>
                  <a:lnTo>
                    <a:pt x="1388364" y="4731258"/>
                  </a:lnTo>
                  <a:lnTo>
                    <a:pt x="1379220" y="4731258"/>
                  </a:lnTo>
                  <a:lnTo>
                    <a:pt x="1376172" y="4734306"/>
                  </a:lnTo>
                  <a:lnTo>
                    <a:pt x="1376172" y="4743450"/>
                  </a:lnTo>
                  <a:lnTo>
                    <a:pt x="1379220" y="4747260"/>
                  </a:lnTo>
                  <a:lnTo>
                    <a:pt x="1388364" y="4747260"/>
                  </a:lnTo>
                  <a:lnTo>
                    <a:pt x="1392174" y="4743450"/>
                  </a:lnTo>
                  <a:lnTo>
                    <a:pt x="1392174" y="4738878"/>
                  </a:lnTo>
                  <a:lnTo>
                    <a:pt x="1392174" y="4734306"/>
                  </a:lnTo>
                  <a:close/>
                </a:path>
                <a:path w="4295775" h="5005705">
                  <a:moveTo>
                    <a:pt x="2058924" y="326136"/>
                  </a:moveTo>
                  <a:lnTo>
                    <a:pt x="2055114" y="323088"/>
                  </a:lnTo>
                  <a:lnTo>
                    <a:pt x="2045970" y="323088"/>
                  </a:lnTo>
                  <a:lnTo>
                    <a:pt x="2042922" y="326136"/>
                  </a:lnTo>
                  <a:lnTo>
                    <a:pt x="2042922" y="335280"/>
                  </a:lnTo>
                  <a:lnTo>
                    <a:pt x="2045970" y="339090"/>
                  </a:lnTo>
                  <a:lnTo>
                    <a:pt x="2055114" y="339090"/>
                  </a:lnTo>
                  <a:lnTo>
                    <a:pt x="2058924" y="335280"/>
                  </a:lnTo>
                  <a:lnTo>
                    <a:pt x="2058924" y="330708"/>
                  </a:lnTo>
                  <a:lnTo>
                    <a:pt x="2058924" y="326136"/>
                  </a:lnTo>
                  <a:close/>
                </a:path>
                <a:path w="4295775" h="5005705">
                  <a:moveTo>
                    <a:pt x="2424684" y="368808"/>
                  </a:moveTo>
                  <a:lnTo>
                    <a:pt x="2420874" y="365760"/>
                  </a:lnTo>
                  <a:lnTo>
                    <a:pt x="2411730" y="365760"/>
                  </a:lnTo>
                  <a:lnTo>
                    <a:pt x="2408682" y="368808"/>
                  </a:lnTo>
                  <a:lnTo>
                    <a:pt x="2408682" y="377952"/>
                  </a:lnTo>
                  <a:lnTo>
                    <a:pt x="2411730" y="381762"/>
                  </a:lnTo>
                  <a:lnTo>
                    <a:pt x="2420874" y="381762"/>
                  </a:lnTo>
                  <a:lnTo>
                    <a:pt x="2424684" y="377952"/>
                  </a:lnTo>
                  <a:lnTo>
                    <a:pt x="2424684" y="373380"/>
                  </a:lnTo>
                  <a:lnTo>
                    <a:pt x="2424684" y="368808"/>
                  </a:lnTo>
                  <a:close/>
                </a:path>
                <a:path w="4295775" h="5005705">
                  <a:moveTo>
                    <a:pt x="2446020" y="1981962"/>
                  </a:moveTo>
                  <a:lnTo>
                    <a:pt x="2442210" y="1978914"/>
                  </a:lnTo>
                  <a:lnTo>
                    <a:pt x="2433066" y="1978914"/>
                  </a:lnTo>
                  <a:lnTo>
                    <a:pt x="2430018" y="1981962"/>
                  </a:lnTo>
                  <a:lnTo>
                    <a:pt x="2430018" y="1991106"/>
                  </a:lnTo>
                  <a:lnTo>
                    <a:pt x="2433066" y="1994916"/>
                  </a:lnTo>
                  <a:lnTo>
                    <a:pt x="2442210" y="1994916"/>
                  </a:lnTo>
                  <a:lnTo>
                    <a:pt x="2446020" y="1991106"/>
                  </a:lnTo>
                  <a:lnTo>
                    <a:pt x="2446020" y="1986534"/>
                  </a:lnTo>
                  <a:lnTo>
                    <a:pt x="2446020" y="1981962"/>
                  </a:lnTo>
                  <a:close/>
                </a:path>
                <a:path w="4295775" h="5005705">
                  <a:moveTo>
                    <a:pt x="2704338" y="1809750"/>
                  </a:moveTo>
                  <a:lnTo>
                    <a:pt x="2700528" y="1806702"/>
                  </a:lnTo>
                  <a:lnTo>
                    <a:pt x="2691384" y="1806702"/>
                  </a:lnTo>
                  <a:lnTo>
                    <a:pt x="2688336" y="1809750"/>
                  </a:lnTo>
                  <a:lnTo>
                    <a:pt x="2688336" y="1818894"/>
                  </a:lnTo>
                  <a:lnTo>
                    <a:pt x="2691384" y="1822704"/>
                  </a:lnTo>
                  <a:lnTo>
                    <a:pt x="2700528" y="1822704"/>
                  </a:lnTo>
                  <a:lnTo>
                    <a:pt x="2704338" y="1818894"/>
                  </a:lnTo>
                  <a:lnTo>
                    <a:pt x="2704338" y="1814322"/>
                  </a:lnTo>
                  <a:lnTo>
                    <a:pt x="2704338" y="1809750"/>
                  </a:lnTo>
                  <a:close/>
                </a:path>
                <a:path w="4295775" h="5005705">
                  <a:moveTo>
                    <a:pt x="2940558" y="3379470"/>
                  </a:moveTo>
                  <a:lnTo>
                    <a:pt x="2936748" y="3376422"/>
                  </a:lnTo>
                  <a:lnTo>
                    <a:pt x="2927604" y="3376422"/>
                  </a:lnTo>
                  <a:lnTo>
                    <a:pt x="2924556" y="3379470"/>
                  </a:lnTo>
                  <a:lnTo>
                    <a:pt x="2924556" y="3388614"/>
                  </a:lnTo>
                  <a:lnTo>
                    <a:pt x="2927604" y="3392424"/>
                  </a:lnTo>
                  <a:lnTo>
                    <a:pt x="2936748" y="3392424"/>
                  </a:lnTo>
                  <a:lnTo>
                    <a:pt x="2940558" y="3388614"/>
                  </a:lnTo>
                  <a:lnTo>
                    <a:pt x="2940558" y="3384042"/>
                  </a:lnTo>
                  <a:lnTo>
                    <a:pt x="2940558" y="3379470"/>
                  </a:lnTo>
                  <a:close/>
                </a:path>
                <a:path w="4295775" h="5005705">
                  <a:moveTo>
                    <a:pt x="2940558" y="3121914"/>
                  </a:moveTo>
                  <a:lnTo>
                    <a:pt x="2936748" y="3118866"/>
                  </a:lnTo>
                  <a:lnTo>
                    <a:pt x="2927604" y="3118866"/>
                  </a:lnTo>
                  <a:lnTo>
                    <a:pt x="2924556" y="3121914"/>
                  </a:lnTo>
                  <a:lnTo>
                    <a:pt x="2924556" y="3131058"/>
                  </a:lnTo>
                  <a:lnTo>
                    <a:pt x="2927604" y="3134868"/>
                  </a:lnTo>
                  <a:lnTo>
                    <a:pt x="2936748" y="3134868"/>
                  </a:lnTo>
                  <a:lnTo>
                    <a:pt x="2940558" y="3131058"/>
                  </a:lnTo>
                  <a:lnTo>
                    <a:pt x="2940558" y="3126486"/>
                  </a:lnTo>
                  <a:lnTo>
                    <a:pt x="2940558" y="3121914"/>
                  </a:lnTo>
                  <a:close/>
                </a:path>
                <a:path w="4295775" h="5005705">
                  <a:moveTo>
                    <a:pt x="2983230" y="4906518"/>
                  </a:moveTo>
                  <a:lnTo>
                    <a:pt x="2979420" y="4903470"/>
                  </a:lnTo>
                  <a:lnTo>
                    <a:pt x="2970276" y="4903470"/>
                  </a:lnTo>
                  <a:lnTo>
                    <a:pt x="2967228" y="4906518"/>
                  </a:lnTo>
                  <a:lnTo>
                    <a:pt x="2967228" y="4915662"/>
                  </a:lnTo>
                  <a:lnTo>
                    <a:pt x="2970276" y="4919472"/>
                  </a:lnTo>
                  <a:lnTo>
                    <a:pt x="2979420" y="4919472"/>
                  </a:lnTo>
                  <a:lnTo>
                    <a:pt x="2983230" y="4915662"/>
                  </a:lnTo>
                  <a:lnTo>
                    <a:pt x="2983230" y="4911090"/>
                  </a:lnTo>
                  <a:lnTo>
                    <a:pt x="2983230" y="4906518"/>
                  </a:lnTo>
                  <a:close/>
                </a:path>
                <a:path w="4295775" h="5005705">
                  <a:moveTo>
                    <a:pt x="2983230" y="4648200"/>
                  </a:moveTo>
                  <a:lnTo>
                    <a:pt x="2979420" y="4645152"/>
                  </a:lnTo>
                  <a:lnTo>
                    <a:pt x="2970276" y="4645152"/>
                  </a:lnTo>
                  <a:lnTo>
                    <a:pt x="2967228" y="4648200"/>
                  </a:lnTo>
                  <a:lnTo>
                    <a:pt x="2967228" y="4657344"/>
                  </a:lnTo>
                  <a:lnTo>
                    <a:pt x="2970276" y="4661154"/>
                  </a:lnTo>
                  <a:lnTo>
                    <a:pt x="2979420" y="4661154"/>
                  </a:lnTo>
                  <a:lnTo>
                    <a:pt x="2983230" y="4657344"/>
                  </a:lnTo>
                  <a:lnTo>
                    <a:pt x="2983230" y="4652772"/>
                  </a:lnTo>
                  <a:lnTo>
                    <a:pt x="2983230" y="4648200"/>
                  </a:lnTo>
                  <a:close/>
                </a:path>
                <a:path w="4295775" h="5005705">
                  <a:moveTo>
                    <a:pt x="3306318" y="3422904"/>
                  </a:moveTo>
                  <a:lnTo>
                    <a:pt x="3302508" y="3419856"/>
                  </a:lnTo>
                  <a:lnTo>
                    <a:pt x="3293364" y="3419856"/>
                  </a:lnTo>
                  <a:lnTo>
                    <a:pt x="3290316" y="3422904"/>
                  </a:lnTo>
                  <a:lnTo>
                    <a:pt x="3290316" y="3432048"/>
                  </a:lnTo>
                  <a:lnTo>
                    <a:pt x="3293364" y="3435858"/>
                  </a:lnTo>
                  <a:lnTo>
                    <a:pt x="3302508" y="3435858"/>
                  </a:lnTo>
                  <a:lnTo>
                    <a:pt x="3306318" y="3432048"/>
                  </a:lnTo>
                  <a:lnTo>
                    <a:pt x="3306318" y="3427476"/>
                  </a:lnTo>
                  <a:lnTo>
                    <a:pt x="3306318" y="3422904"/>
                  </a:lnTo>
                  <a:close/>
                </a:path>
                <a:path w="4295775" h="5005705">
                  <a:moveTo>
                    <a:pt x="3348990" y="4949952"/>
                  </a:moveTo>
                  <a:lnTo>
                    <a:pt x="3345180" y="4946904"/>
                  </a:lnTo>
                  <a:lnTo>
                    <a:pt x="3336036" y="4946904"/>
                  </a:lnTo>
                  <a:lnTo>
                    <a:pt x="3332988" y="4949952"/>
                  </a:lnTo>
                  <a:lnTo>
                    <a:pt x="3332988" y="4959096"/>
                  </a:lnTo>
                  <a:lnTo>
                    <a:pt x="3336036" y="4962906"/>
                  </a:lnTo>
                  <a:lnTo>
                    <a:pt x="3345180" y="4962906"/>
                  </a:lnTo>
                  <a:lnTo>
                    <a:pt x="3348990" y="4959096"/>
                  </a:lnTo>
                  <a:lnTo>
                    <a:pt x="3348990" y="4954524"/>
                  </a:lnTo>
                  <a:lnTo>
                    <a:pt x="3348990" y="4949952"/>
                  </a:lnTo>
                  <a:close/>
                </a:path>
                <a:path w="4295775" h="5005705">
                  <a:moveTo>
                    <a:pt x="3521202" y="412242"/>
                  </a:moveTo>
                  <a:lnTo>
                    <a:pt x="3517392" y="409194"/>
                  </a:lnTo>
                  <a:lnTo>
                    <a:pt x="3508248" y="409194"/>
                  </a:lnTo>
                  <a:lnTo>
                    <a:pt x="3505200" y="412242"/>
                  </a:lnTo>
                  <a:lnTo>
                    <a:pt x="3505200" y="421386"/>
                  </a:lnTo>
                  <a:lnTo>
                    <a:pt x="3508248" y="425196"/>
                  </a:lnTo>
                  <a:lnTo>
                    <a:pt x="3517392" y="425196"/>
                  </a:lnTo>
                  <a:lnTo>
                    <a:pt x="3521202" y="421386"/>
                  </a:lnTo>
                  <a:lnTo>
                    <a:pt x="3521202" y="416814"/>
                  </a:lnTo>
                  <a:lnTo>
                    <a:pt x="3521202" y="412242"/>
                  </a:lnTo>
                  <a:close/>
                </a:path>
                <a:path w="4295775" h="5005705">
                  <a:moveTo>
                    <a:pt x="3542538" y="132588"/>
                  </a:moveTo>
                  <a:lnTo>
                    <a:pt x="3538728" y="129540"/>
                  </a:lnTo>
                  <a:lnTo>
                    <a:pt x="3529584" y="129540"/>
                  </a:lnTo>
                  <a:lnTo>
                    <a:pt x="3526536" y="132588"/>
                  </a:lnTo>
                  <a:lnTo>
                    <a:pt x="3526536" y="141732"/>
                  </a:lnTo>
                  <a:lnTo>
                    <a:pt x="3529584" y="145542"/>
                  </a:lnTo>
                  <a:lnTo>
                    <a:pt x="3538728" y="145542"/>
                  </a:lnTo>
                  <a:lnTo>
                    <a:pt x="3542538" y="141732"/>
                  </a:lnTo>
                  <a:lnTo>
                    <a:pt x="3542538" y="137160"/>
                  </a:lnTo>
                  <a:lnTo>
                    <a:pt x="3542538" y="132588"/>
                  </a:lnTo>
                  <a:close/>
                </a:path>
                <a:path w="4295775" h="5005705">
                  <a:moveTo>
                    <a:pt x="3585972" y="3336798"/>
                  </a:moveTo>
                  <a:lnTo>
                    <a:pt x="3582162" y="3333750"/>
                  </a:lnTo>
                  <a:lnTo>
                    <a:pt x="3573018" y="3333750"/>
                  </a:lnTo>
                  <a:lnTo>
                    <a:pt x="3569970" y="3336798"/>
                  </a:lnTo>
                  <a:lnTo>
                    <a:pt x="3569970" y="3345942"/>
                  </a:lnTo>
                  <a:lnTo>
                    <a:pt x="3573018" y="3349752"/>
                  </a:lnTo>
                  <a:lnTo>
                    <a:pt x="3582162" y="3349752"/>
                  </a:lnTo>
                  <a:lnTo>
                    <a:pt x="3585972" y="3345942"/>
                  </a:lnTo>
                  <a:lnTo>
                    <a:pt x="3585972" y="3341370"/>
                  </a:lnTo>
                  <a:lnTo>
                    <a:pt x="3585972" y="3336798"/>
                  </a:lnTo>
                  <a:close/>
                </a:path>
                <a:path w="4295775" h="5005705">
                  <a:moveTo>
                    <a:pt x="3714750" y="4949952"/>
                  </a:moveTo>
                  <a:lnTo>
                    <a:pt x="3710940" y="4946904"/>
                  </a:lnTo>
                  <a:lnTo>
                    <a:pt x="3701796" y="4946904"/>
                  </a:lnTo>
                  <a:lnTo>
                    <a:pt x="3698748" y="4949952"/>
                  </a:lnTo>
                  <a:lnTo>
                    <a:pt x="3698748" y="4959096"/>
                  </a:lnTo>
                  <a:lnTo>
                    <a:pt x="3701796" y="4962906"/>
                  </a:lnTo>
                  <a:lnTo>
                    <a:pt x="3710940" y="4962906"/>
                  </a:lnTo>
                  <a:lnTo>
                    <a:pt x="3714750" y="4959096"/>
                  </a:lnTo>
                  <a:lnTo>
                    <a:pt x="3714750" y="4954524"/>
                  </a:lnTo>
                  <a:lnTo>
                    <a:pt x="3714750" y="4949952"/>
                  </a:lnTo>
                  <a:close/>
                </a:path>
                <a:path w="4295775" h="5005705">
                  <a:moveTo>
                    <a:pt x="3929634" y="368808"/>
                  </a:moveTo>
                  <a:lnTo>
                    <a:pt x="3925824" y="365760"/>
                  </a:lnTo>
                  <a:lnTo>
                    <a:pt x="3916680" y="365760"/>
                  </a:lnTo>
                  <a:lnTo>
                    <a:pt x="3913632" y="368808"/>
                  </a:lnTo>
                  <a:lnTo>
                    <a:pt x="3913632" y="377952"/>
                  </a:lnTo>
                  <a:lnTo>
                    <a:pt x="3916680" y="381762"/>
                  </a:lnTo>
                  <a:lnTo>
                    <a:pt x="3925824" y="381762"/>
                  </a:lnTo>
                  <a:lnTo>
                    <a:pt x="3929634" y="377952"/>
                  </a:lnTo>
                  <a:lnTo>
                    <a:pt x="3929634" y="373380"/>
                  </a:lnTo>
                  <a:lnTo>
                    <a:pt x="3929634" y="368808"/>
                  </a:lnTo>
                  <a:close/>
                </a:path>
                <a:path w="4295775" h="5005705">
                  <a:moveTo>
                    <a:pt x="3950970" y="3379470"/>
                  </a:moveTo>
                  <a:lnTo>
                    <a:pt x="3947160" y="3376422"/>
                  </a:lnTo>
                  <a:lnTo>
                    <a:pt x="3938016" y="3376422"/>
                  </a:lnTo>
                  <a:lnTo>
                    <a:pt x="3934968" y="3379470"/>
                  </a:lnTo>
                  <a:lnTo>
                    <a:pt x="3934968" y="3388614"/>
                  </a:lnTo>
                  <a:lnTo>
                    <a:pt x="3938016" y="3392424"/>
                  </a:lnTo>
                  <a:lnTo>
                    <a:pt x="3947160" y="3392424"/>
                  </a:lnTo>
                  <a:lnTo>
                    <a:pt x="3950970" y="3388614"/>
                  </a:lnTo>
                  <a:lnTo>
                    <a:pt x="3950970" y="3384042"/>
                  </a:lnTo>
                  <a:lnTo>
                    <a:pt x="3950970" y="3379470"/>
                  </a:lnTo>
                  <a:close/>
                </a:path>
                <a:path w="4295775" h="5005705">
                  <a:moveTo>
                    <a:pt x="4080510" y="4992624"/>
                  </a:moveTo>
                  <a:lnTo>
                    <a:pt x="4076700" y="4989576"/>
                  </a:lnTo>
                  <a:lnTo>
                    <a:pt x="4067556" y="4989576"/>
                  </a:lnTo>
                  <a:lnTo>
                    <a:pt x="4064508" y="4992624"/>
                  </a:lnTo>
                  <a:lnTo>
                    <a:pt x="4064508" y="5001768"/>
                  </a:lnTo>
                  <a:lnTo>
                    <a:pt x="4067556" y="5005578"/>
                  </a:lnTo>
                  <a:lnTo>
                    <a:pt x="4076700" y="5005578"/>
                  </a:lnTo>
                  <a:lnTo>
                    <a:pt x="4080510" y="5001768"/>
                  </a:lnTo>
                  <a:lnTo>
                    <a:pt x="4080510" y="4997196"/>
                  </a:lnTo>
                  <a:lnTo>
                    <a:pt x="4080510" y="4992624"/>
                  </a:lnTo>
                  <a:close/>
                </a:path>
                <a:path w="4295775" h="5005705">
                  <a:moveTo>
                    <a:pt x="4295394" y="3379470"/>
                  </a:moveTo>
                  <a:lnTo>
                    <a:pt x="4291584" y="3376422"/>
                  </a:lnTo>
                  <a:lnTo>
                    <a:pt x="4282440" y="3376422"/>
                  </a:lnTo>
                  <a:lnTo>
                    <a:pt x="4279392" y="3379470"/>
                  </a:lnTo>
                  <a:lnTo>
                    <a:pt x="4279392" y="3388614"/>
                  </a:lnTo>
                  <a:lnTo>
                    <a:pt x="4282440" y="3392424"/>
                  </a:lnTo>
                  <a:lnTo>
                    <a:pt x="4291584" y="3392424"/>
                  </a:lnTo>
                  <a:lnTo>
                    <a:pt x="4295394" y="3388614"/>
                  </a:lnTo>
                  <a:lnTo>
                    <a:pt x="4295394" y="3384042"/>
                  </a:lnTo>
                  <a:lnTo>
                    <a:pt x="4295394" y="3379470"/>
                  </a:lnTo>
                  <a:close/>
                </a:path>
              </a:pathLst>
            </a:custGeom>
            <a:solidFill>
              <a:srgbClr val="009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3" name="object 1183" descr=""/>
            <p:cNvSpPr/>
            <p:nvPr/>
          </p:nvSpPr>
          <p:spPr>
            <a:xfrm>
              <a:off x="2999686" y="117379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0"/>
                  </a:moveTo>
                  <a:lnTo>
                    <a:pt x="7620" y="2209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4" name="object 1184" descr=""/>
            <p:cNvSpPr/>
            <p:nvPr/>
          </p:nvSpPr>
          <p:spPr>
            <a:xfrm>
              <a:off x="3018736" y="1173034"/>
              <a:ext cx="18415" cy="27940"/>
            </a:xfrm>
            <a:custGeom>
              <a:avLst/>
              <a:gdLst/>
              <a:ahLst/>
              <a:cxnLst/>
              <a:rect l="l" t="t" r="r" b="b"/>
              <a:pathLst>
                <a:path w="18414" h="27940">
                  <a:moveTo>
                    <a:pt x="18287" y="0"/>
                  </a:moveTo>
                  <a:lnTo>
                    <a:pt x="0" y="27432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5" name="object 1185" descr=""/>
            <p:cNvSpPr/>
            <p:nvPr/>
          </p:nvSpPr>
          <p:spPr>
            <a:xfrm>
              <a:off x="3043120" y="117379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5333" y="0"/>
                  </a:moveTo>
                  <a:lnTo>
                    <a:pt x="14477" y="14478"/>
                  </a:lnTo>
                  <a:lnTo>
                    <a:pt x="12953" y="19050"/>
                  </a:lnTo>
                  <a:lnTo>
                    <a:pt x="11429" y="20574"/>
                  </a:lnTo>
                  <a:lnTo>
                    <a:pt x="9143" y="22098"/>
                  </a:lnTo>
                  <a:lnTo>
                    <a:pt x="5333" y="22098"/>
                  </a:lnTo>
                  <a:lnTo>
                    <a:pt x="761" y="19050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761" y="3048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6" name="object 1186" descr=""/>
            <p:cNvSpPr/>
            <p:nvPr/>
          </p:nvSpPr>
          <p:spPr>
            <a:xfrm>
              <a:off x="3065217" y="1173796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3716" y="19812"/>
                  </a:moveTo>
                  <a:lnTo>
                    <a:pt x="12954" y="20574"/>
                  </a:lnTo>
                  <a:lnTo>
                    <a:pt x="9906" y="22098"/>
                  </a:lnTo>
                  <a:lnTo>
                    <a:pt x="7620" y="22098"/>
                  </a:lnTo>
                  <a:lnTo>
                    <a:pt x="4572" y="20574"/>
                  </a:lnTo>
                  <a:lnTo>
                    <a:pt x="2286" y="19050"/>
                  </a:lnTo>
                  <a:lnTo>
                    <a:pt x="1524" y="16764"/>
                  </a:lnTo>
                  <a:lnTo>
                    <a:pt x="0" y="12954"/>
                  </a:lnTo>
                  <a:lnTo>
                    <a:pt x="0" y="9906"/>
                  </a:lnTo>
                  <a:lnTo>
                    <a:pt x="2286" y="3048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9906" y="0"/>
                  </a:lnTo>
                  <a:lnTo>
                    <a:pt x="12954" y="1524"/>
                  </a:lnTo>
                  <a:lnTo>
                    <a:pt x="13716" y="2286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7" name="object 1187" descr=""/>
            <p:cNvSpPr/>
            <p:nvPr/>
          </p:nvSpPr>
          <p:spPr>
            <a:xfrm>
              <a:off x="3085030" y="117379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8" name="object 1188" descr=""/>
            <p:cNvSpPr/>
            <p:nvPr/>
          </p:nvSpPr>
          <p:spPr>
            <a:xfrm>
              <a:off x="3091126" y="117379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9" name="object 1189" descr=""/>
            <p:cNvSpPr/>
            <p:nvPr/>
          </p:nvSpPr>
          <p:spPr>
            <a:xfrm>
              <a:off x="3117795" y="117379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0" name="object 1190" descr=""/>
            <p:cNvSpPr/>
            <p:nvPr/>
          </p:nvSpPr>
          <p:spPr>
            <a:xfrm>
              <a:off x="3123892" y="117379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1" name="object 1191" descr=""/>
            <p:cNvSpPr/>
            <p:nvPr/>
          </p:nvSpPr>
          <p:spPr>
            <a:xfrm>
              <a:off x="3142180" y="1185226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4">
                  <a:moveTo>
                    <a:pt x="7619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2" name="object 1192" descr=""/>
            <p:cNvSpPr/>
            <p:nvPr/>
          </p:nvSpPr>
          <p:spPr>
            <a:xfrm>
              <a:off x="3136845" y="1173796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1524"/>
                  </a:lnTo>
                  <a:lnTo>
                    <a:pt x="11429" y="2286"/>
                  </a:lnTo>
                  <a:lnTo>
                    <a:pt x="12954" y="4572"/>
                  </a:lnTo>
                  <a:lnTo>
                    <a:pt x="12954" y="7620"/>
                  </a:lnTo>
                  <a:lnTo>
                    <a:pt x="11429" y="9906"/>
                  </a:lnTo>
                  <a:lnTo>
                    <a:pt x="10668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3" name="object 1193" descr=""/>
            <p:cNvSpPr/>
            <p:nvPr/>
          </p:nvSpPr>
          <p:spPr>
            <a:xfrm>
              <a:off x="3158944" y="117379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4" name="object 1194" descr=""/>
            <p:cNvSpPr/>
            <p:nvPr/>
          </p:nvSpPr>
          <p:spPr>
            <a:xfrm>
              <a:off x="3168849" y="117379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22098"/>
                  </a:moveTo>
                  <a:lnTo>
                    <a:pt x="0" y="0"/>
                  </a:lnTo>
                  <a:lnTo>
                    <a:pt x="7620" y="16002"/>
                  </a:lnTo>
                  <a:lnTo>
                    <a:pt x="14478" y="0"/>
                  </a:lnTo>
                  <a:lnTo>
                    <a:pt x="14478" y="22098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5" name="object 1195" descr=""/>
            <p:cNvSpPr/>
            <p:nvPr/>
          </p:nvSpPr>
          <p:spPr>
            <a:xfrm>
              <a:off x="1304235" y="134600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6" name="object 1196" descr=""/>
            <p:cNvSpPr/>
            <p:nvPr/>
          </p:nvSpPr>
          <p:spPr>
            <a:xfrm>
              <a:off x="1304235" y="135667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7" name="object 1197" descr=""/>
            <p:cNvSpPr/>
            <p:nvPr/>
          </p:nvSpPr>
          <p:spPr>
            <a:xfrm>
              <a:off x="1316427" y="134600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8" name="object 1198" descr=""/>
            <p:cNvSpPr/>
            <p:nvPr/>
          </p:nvSpPr>
          <p:spPr>
            <a:xfrm>
              <a:off x="1327096" y="135667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685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9" name="object 1199" descr=""/>
            <p:cNvSpPr/>
            <p:nvPr/>
          </p:nvSpPr>
          <p:spPr>
            <a:xfrm>
              <a:off x="1327096" y="134600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90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0" name="object 1200" descr=""/>
            <p:cNvSpPr/>
            <p:nvPr/>
          </p:nvSpPr>
          <p:spPr>
            <a:xfrm>
              <a:off x="1358338" y="134600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1" name="object 1201" descr=""/>
            <p:cNvSpPr/>
            <p:nvPr/>
          </p:nvSpPr>
          <p:spPr>
            <a:xfrm>
              <a:off x="1364434" y="134600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2" name="object 1202" descr=""/>
            <p:cNvSpPr/>
            <p:nvPr/>
          </p:nvSpPr>
          <p:spPr>
            <a:xfrm>
              <a:off x="1383484" y="1357438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4" h="10159">
                  <a:moveTo>
                    <a:pt x="6858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3" name="object 1203" descr=""/>
            <p:cNvSpPr/>
            <p:nvPr/>
          </p:nvSpPr>
          <p:spPr>
            <a:xfrm>
              <a:off x="1378149" y="134600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1429" y="9144"/>
                  </a:lnTo>
                  <a:lnTo>
                    <a:pt x="9906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4" name="object 1204" descr=""/>
            <p:cNvSpPr/>
            <p:nvPr/>
          </p:nvSpPr>
          <p:spPr>
            <a:xfrm>
              <a:off x="1399485" y="134600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5" name="object 1205" descr=""/>
            <p:cNvSpPr/>
            <p:nvPr/>
          </p:nvSpPr>
          <p:spPr>
            <a:xfrm>
              <a:off x="1409392" y="134600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90">
                  <a:moveTo>
                    <a:pt x="0" y="21336"/>
                  </a:moveTo>
                  <a:lnTo>
                    <a:pt x="0" y="0"/>
                  </a:lnTo>
                  <a:lnTo>
                    <a:pt x="7620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6" name="object 1206" descr=""/>
            <p:cNvSpPr/>
            <p:nvPr/>
          </p:nvSpPr>
          <p:spPr>
            <a:xfrm>
              <a:off x="381454" y="534650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19812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10668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15240"/>
                  </a:lnTo>
                  <a:lnTo>
                    <a:pt x="11430" y="12954"/>
                  </a:lnTo>
                  <a:lnTo>
                    <a:pt x="10668" y="12192"/>
                  </a:lnTo>
                  <a:lnTo>
                    <a:pt x="8382" y="10668"/>
                  </a:lnTo>
                  <a:lnTo>
                    <a:pt x="4571" y="9906"/>
                  </a:lnTo>
                  <a:lnTo>
                    <a:pt x="2285" y="9144"/>
                  </a:lnTo>
                  <a:lnTo>
                    <a:pt x="1523" y="7620"/>
                  </a:lnTo>
                  <a:lnTo>
                    <a:pt x="0" y="6096"/>
                  </a:lnTo>
                  <a:lnTo>
                    <a:pt x="0" y="3810"/>
                  </a:lnTo>
                  <a:lnTo>
                    <a:pt x="1523" y="1524"/>
                  </a:lnTo>
                  <a:lnTo>
                    <a:pt x="2285" y="762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7" name="object 1207" descr=""/>
            <p:cNvSpPr/>
            <p:nvPr/>
          </p:nvSpPr>
          <p:spPr>
            <a:xfrm>
              <a:off x="402790" y="534650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8" name="object 1208" descr=""/>
            <p:cNvSpPr/>
            <p:nvPr/>
          </p:nvSpPr>
          <p:spPr>
            <a:xfrm>
              <a:off x="413458" y="534650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9" name="object 1209" descr=""/>
            <p:cNvSpPr/>
            <p:nvPr/>
          </p:nvSpPr>
          <p:spPr>
            <a:xfrm>
              <a:off x="435556" y="535641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0" name="object 1210" descr=""/>
            <p:cNvSpPr/>
            <p:nvPr/>
          </p:nvSpPr>
          <p:spPr>
            <a:xfrm>
              <a:off x="435556" y="5346508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10668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1" name="object 1211" descr=""/>
            <p:cNvSpPr/>
            <p:nvPr/>
          </p:nvSpPr>
          <p:spPr>
            <a:xfrm>
              <a:off x="470608" y="534650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19812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10668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15240"/>
                  </a:lnTo>
                  <a:lnTo>
                    <a:pt x="11430" y="12954"/>
                  </a:lnTo>
                  <a:lnTo>
                    <a:pt x="10668" y="12192"/>
                  </a:lnTo>
                  <a:lnTo>
                    <a:pt x="8382" y="10668"/>
                  </a:lnTo>
                  <a:lnTo>
                    <a:pt x="3809" y="9906"/>
                  </a:lnTo>
                  <a:lnTo>
                    <a:pt x="2285" y="9144"/>
                  </a:lnTo>
                  <a:lnTo>
                    <a:pt x="761" y="7620"/>
                  </a:lnTo>
                  <a:lnTo>
                    <a:pt x="0" y="6096"/>
                  </a:lnTo>
                  <a:lnTo>
                    <a:pt x="0" y="3810"/>
                  </a:lnTo>
                  <a:lnTo>
                    <a:pt x="761" y="1524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2" name="object 1212" descr=""/>
            <p:cNvSpPr/>
            <p:nvPr/>
          </p:nvSpPr>
          <p:spPr>
            <a:xfrm>
              <a:off x="496516" y="5357176"/>
              <a:ext cx="0" cy="10795"/>
            </a:xfrm>
            <a:custGeom>
              <a:avLst/>
              <a:gdLst/>
              <a:ahLst/>
              <a:cxnLst/>
              <a:rect l="l" t="t" r="r" b="b"/>
              <a:pathLst>
                <a:path w="0" h="10795">
                  <a:moveTo>
                    <a:pt x="0" y="0"/>
                  </a:moveTo>
                  <a:lnTo>
                    <a:pt x="0" y="10668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3" name="object 1213" descr=""/>
            <p:cNvSpPr/>
            <p:nvPr/>
          </p:nvSpPr>
          <p:spPr>
            <a:xfrm>
              <a:off x="488896" y="5346508"/>
              <a:ext cx="14604" cy="10795"/>
            </a:xfrm>
            <a:custGeom>
              <a:avLst/>
              <a:gdLst/>
              <a:ahLst/>
              <a:cxnLst/>
              <a:rect l="l" t="t" r="r" b="b"/>
              <a:pathLst>
                <a:path w="14604" h="10795">
                  <a:moveTo>
                    <a:pt x="0" y="0"/>
                  </a:moveTo>
                  <a:lnTo>
                    <a:pt x="7620" y="1066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4" name="object 1214" descr=""/>
            <p:cNvSpPr/>
            <p:nvPr/>
          </p:nvSpPr>
          <p:spPr>
            <a:xfrm>
              <a:off x="510994" y="534650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3716" y="0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5" name="object 1215" descr=""/>
            <p:cNvSpPr/>
            <p:nvPr/>
          </p:nvSpPr>
          <p:spPr>
            <a:xfrm>
              <a:off x="535378" y="534650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6" name="object 1216" descr=""/>
            <p:cNvSpPr/>
            <p:nvPr/>
          </p:nvSpPr>
          <p:spPr>
            <a:xfrm>
              <a:off x="559762" y="535641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7" name="object 1217" descr=""/>
            <p:cNvSpPr/>
            <p:nvPr/>
          </p:nvSpPr>
          <p:spPr>
            <a:xfrm>
              <a:off x="559762" y="534650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8" name="object 1218" descr=""/>
            <p:cNvSpPr/>
            <p:nvPr/>
          </p:nvSpPr>
          <p:spPr>
            <a:xfrm>
              <a:off x="576526" y="534650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9" name="object 1219" descr=""/>
            <p:cNvSpPr/>
            <p:nvPr/>
          </p:nvSpPr>
          <p:spPr>
            <a:xfrm>
              <a:off x="582622" y="534650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0" name="object 1220" descr=""/>
            <p:cNvSpPr/>
            <p:nvPr/>
          </p:nvSpPr>
          <p:spPr>
            <a:xfrm>
              <a:off x="600910" y="5357176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4" h="10795">
                  <a:moveTo>
                    <a:pt x="6857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1" name="object 1221" descr=""/>
            <p:cNvSpPr/>
            <p:nvPr/>
          </p:nvSpPr>
          <p:spPr>
            <a:xfrm>
              <a:off x="595576" y="534650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2" name="object 1222" descr=""/>
            <p:cNvSpPr/>
            <p:nvPr/>
          </p:nvSpPr>
          <p:spPr>
            <a:xfrm>
              <a:off x="621484" y="5357176"/>
              <a:ext cx="0" cy="10795"/>
            </a:xfrm>
            <a:custGeom>
              <a:avLst/>
              <a:gdLst/>
              <a:ahLst/>
              <a:cxnLst/>
              <a:rect l="l" t="t" r="r" b="b"/>
              <a:pathLst>
                <a:path w="0" h="10795">
                  <a:moveTo>
                    <a:pt x="0" y="0"/>
                  </a:moveTo>
                  <a:lnTo>
                    <a:pt x="0" y="10668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3" name="object 1223" descr=""/>
            <p:cNvSpPr/>
            <p:nvPr/>
          </p:nvSpPr>
          <p:spPr>
            <a:xfrm>
              <a:off x="613864" y="5346508"/>
              <a:ext cx="14604" cy="10795"/>
            </a:xfrm>
            <a:custGeom>
              <a:avLst/>
              <a:gdLst/>
              <a:ahLst/>
              <a:cxnLst/>
              <a:rect l="l" t="t" r="r" b="b"/>
              <a:pathLst>
                <a:path w="14604" h="10795">
                  <a:moveTo>
                    <a:pt x="0" y="0"/>
                  </a:moveTo>
                  <a:lnTo>
                    <a:pt x="7620" y="1066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4" name="object 1224" descr=""/>
            <p:cNvSpPr/>
            <p:nvPr/>
          </p:nvSpPr>
          <p:spPr>
            <a:xfrm>
              <a:off x="1148026" y="58410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19812"/>
                  </a:moveTo>
                  <a:lnTo>
                    <a:pt x="3048" y="21336"/>
                  </a:lnTo>
                  <a:lnTo>
                    <a:pt x="8382" y="21336"/>
                  </a:lnTo>
                  <a:lnTo>
                    <a:pt x="9906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15240"/>
                  </a:lnTo>
                  <a:lnTo>
                    <a:pt x="11430" y="12954"/>
                  </a:lnTo>
                  <a:lnTo>
                    <a:pt x="9906" y="12192"/>
                  </a:lnTo>
                  <a:lnTo>
                    <a:pt x="8382" y="10668"/>
                  </a:lnTo>
                  <a:lnTo>
                    <a:pt x="0" y="3810"/>
                  </a:lnTo>
                  <a:lnTo>
                    <a:pt x="761" y="1524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12191" y="762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5" name="object 1225" descr=""/>
            <p:cNvSpPr/>
            <p:nvPr/>
          </p:nvSpPr>
          <p:spPr>
            <a:xfrm>
              <a:off x="1169362" y="584104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6" name="object 1226" descr=""/>
            <p:cNvSpPr/>
            <p:nvPr/>
          </p:nvSpPr>
          <p:spPr>
            <a:xfrm>
              <a:off x="1180030" y="58410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12192" y="21335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7" name="object 1227" descr=""/>
            <p:cNvSpPr/>
            <p:nvPr/>
          </p:nvSpPr>
          <p:spPr>
            <a:xfrm>
              <a:off x="1202127" y="585095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8" name="object 1228" descr=""/>
            <p:cNvSpPr/>
            <p:nvPr/>
          </p:nvSpPr>
          <p:spPr>
            <a:xfrm>
              <a:off x="1202127" y="5841046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89">
                  <a:moveTo>
                    <a:pt x="10668" y="21335"/>
                  </a:moveTo>
                  <a:lnTo>
                    <a:pt x="0" y="21335"/>
                  </a:lnTo>
                  <a:lnTo>
                    <a:pt x="0" y="0"/>
                  </a:lnTo>
                  <a:lnTo>
                    <a:pt x="10668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9" name="object 1229" descr=""/>
            <p:cNvSpPr/>
            <p:nvPr/>
          </p:nvSpPr>
          <p:spPr>
            <a:xfrm>
              <a:off x="1243276" y="5851714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4" h="10795">
                  <a:moveTo>
                    <a:pt x="6858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0" name="object 1230" descr=""/>
            <p:cNvSpPr/>
            <p:nvPr/>
          </p:nvSpPr>
          <p:spPr>
            <a:xfrm>
              <a:off x="1237942" y="58410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1"/>
                  </a:lnTo>
                  <a:lnTo>
                    <a:pt x="11429" y="1523"/>
                  </a:lnTo>
                  <a:lnTo>
                    <a:pt x="12191" y="3809"/>
                  </a:lnTo>
                  <a:lnTo>
                    <a:pt x="12191" y="6857"/>
                  </a:lnTo>
                  <a:lnTo>
                    <a:pt x="11429" y="9143"/>
                  </a:lnTo>
                  <a:lnTo>
                    <a:pt x="10668" y="9905"/>
                  </a:lnTo>
                  <a:lnTo>
                    <a:pt x="8382" y="10667"/>
                  </a:lnTo>
                  <a:lnTo>
                    <a:pt x="0" y="10667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1" name="object 1231" descr=""/>
            <p:cNvSpPr/>
            <p:nvPr/>
          </p:nvSpPr>
          <p:spPr>
            <a:xfrm>
              <a:off x="1258516" y="584104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5334" y="0"/>
                  </a:moveTo>
                  <a:lnTo>
                    <a:pt x="14478" y="13716"/>
                  </a:lnTo>
                  <a:lnTo>
                    <a:pt x="13716" y="18288"/>
                  </a:lnTo>
                  <a:lnTo>
                    <a:pt x="9144" y="21336"/>
                  </a:lnTo>
                  <a:lnTo>
                    <a:pt x="5334" y="21336"/>
                  </a:lnTo>
                  <a:lnTo>
                    <a:pt x="762" y="18288"/>
                  </a:lnTo>
                  <a:lnTo>
                    <a:pt x="0" y="13716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2" name="object 1232" descr=""/>
            <p:cNvSpPr/>
            <p:nvPr/>
          </p:nvSpPr>
          <p:spPr>
            <a:xfrm>
              <a:off x="1282138" y="5841046"/>
              <a:ext cx="12700" cy="23495"/>
            </a:xfrm>
            <a:custGeom>
              <a:avLst/>
              <a:gdLst/>
              <a:ahLst/>
              <a:cxnLst/>
              <a:rect l="l" t="t" r="r" b="b"/>
              <a:pathLst>
                <a:path w="12700" h="23495">
                  <a:moveTo>
                    <a:pt x="0" y="0"/>
                  </a:moveTo>
                  <a:lnTo>
                    <a:pt x="0" y="16764"/>
                  </a:lnTo>
                  <a:lnTo>
                    <a:pt x="2006" y="23279"/>
                  </a:lnTo>
                  <a:lnTo>
                    <a:pt x="10185" y="23279"/>
                  </a:lnTo>
                  <a:lnTo>
                    <a:pt x="12192" y="16764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3" name="object 1233" descr=""/>
            <p:cNvSpPr/>
            <p:nvPr/>
          </p:nvSpPr>
          <p:spPr>
            <a:xfrm>
              <a:off x="1304998" y="58410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12192" y="21335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4" name="object 1234" descr=""/>
            <p:cNvSpPr/>
            <p:nvPr/>
          </p:nvSpPr>
          <p:spPr>
            <a:xfrm>
              <a:off x="1327096" y="58410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1"/>
                  </a:lnTo>
                  <a:lnTo>
                    <a:pt x="11430" y="16001"/>
                  </a:lnTo>
                  <a:lnTo>
                    <a:pt x="10668" y="18287"/>
                  </a:lnTo>
                  <a:lnTo>
                    <a:pt x="8382" y="19811"/>
                  </a:lnTo>
                  <a:lnTo>
                    <a:pt x="5334" y="21335"/>
                  </a:lnTo>
                  <a:lnTo>
                    <a:pt x="0" y="21335"/>
                  </a:lnTo>
                </a:path>
              </a:pathLst>
            </a:custGeom>
            <a:ln w="3175">
              <a:solidFill>
                <a:srgbClr val="8400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5" name="object 1235" descr=""/>
            <p:cNvSpPr/>
            <p:nvPr/>
          </p:nvSpPr>
          <p:spPr>
            <a:xfrm>
              <a:off x="3433263" y="2716477"/>
              <a:ext cx="16510" cy="23495"/>
            </a:xfrm>
            <a:custGeom>
              <a:avLst/>
              <a:gdLst/>
              <a:ahLst/>
              <a:cxnLst/>
              <a:rect l="l" t="t" r="r" b="b"/>
              <a:pathLst>
                <a:path w="16510" h="23494">
                  <a:moveTo>
                    <a:pt x="1524" y="3416"/>
                  </a:moveTo>
                  <a:lnTo>
                    <a:pt x="2286" y="2654"/>
                  </a:lnTo>
                  <a:lnTo>
                    <a:pt x="10223" y="0"/>
                  </a:lnTo>
                  <a:lnTo>
                    <a:pt x="16167" y="2184"/>
                  </a:lnTo>
                  <a:lnTo>
                    <a:pt x="12954" y="11036"/>
                  </a:lnTo>
                  <a:lnTo>
                    <a:pt x="0" y="23228"/>
                  </a:lnTo>
                  <a:lnTo>
                    <a:pt x="13716" y="2322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6" name="object 1236" descr=""/>
            <p:cNvSpPr/>
            <p:nvPr/>
          </p:nvSpPr>
          <p:spPr>
            <a:xfrm>
              <a:off x="3456124" y="271837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7" name="object 1237" descr=""/>
            <p:cNvSpPr/>
            <p:nvPr/>
          </p:nvSpPr>
          <p:spPr>
            <a:xfrm>
              <a:off x="3476698" y="271837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6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8" name="object 1238" descr=""/>
            <p:cNvSpPr/>
            <p:nvPr/>
          </p:nvSpPr>
          <p:spPr>
            <a:xfrm>
              <a:off x="3498033" y="271837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2286" y="21336"/>
                  </a:moveTo>
                  <a:lnTo>
                    <a:pt x="6096" y="21336"/>
                  </a:lnTo>
                  <a:lnTo>
                    <a:pt x="8382" y="20574"/>
                  </a:lnTo>
                  <a:lnTo>
                    <a:pt x="9144" y="19050"/>
                  </a:lnTo>
                  <a:lnTo>
                    <a:pt x="11430" y="16002"/>
                  </a:lnTo>
                  <a:lnTo>
                    <a:pt x="12192" y="12192"/>
                  </a:lnTo>
                  <a:lnTo>
                    <a:pt x="12192" y="3810"/>
                  </a:lnTo>
                  <a:lnTo>
                    <a:pt x="11430" y="1524"/>
                  </a:lnTo>
                  <a:lnTo>
                    <a:pt x="10668" y="762"/>
                  </a:lnTo>
                  <a:lnTo>
                    <a:pt x="8382" y="0"/>
                  </a:lnTo>
                  <a:lnTo>
                    <a:pt x="4572" y="0"/>
                  </a:lnTo>
                  <a:lnTo>
                    <a:pt x="2286" y="762"/>
                  </a:lnTo>
                  <a:lnTo>
                    <a:pt x="762" y="1524"/>
                  </a:lnTo>
                  <a:lnTo>
                    <a:pt x="0" y="3810"/>
                  </a:lnTo>
                  <a:lnTo>
                    <a:pt x="0" y="9144"/>
                  </a:lnTo>
                  <a:lnTo>
                    <a:pt x="12192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9" name="object 1239" descr=""/>
            <p:cNvSpPr/>
            <p:nvPr/>
          </p:nvSpPr>
          <p:spPr>
            <a:xfrm>
              <a:off x="3516868" y="2718370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7073" y="0"/>
                  </a:moveTo>
                  <a:lnTo>
                    <a:pt x="13931" y="8382"/>
                  </a:lnTo>
                  <a:lnTo>
                    <a:pt x="13931" y="12954"/>
                  </a:lnTo>
                  <a:lnTo>
                    <a:pt x="13169" y="17526"/>
                  </a:lnTo>
                  <a:lnTo>
                    <a:pt x="11645" y="19050"/>
                  </a:lnTo>
                  <a:lnTo>
                    <a:pt x="10883" y="20574"/>
                  </a:lnTo>
                  <a:lnTo>
                    <a:pt x="8597" y="21336"/>
                  </a:lnTo>
                  <a:lnTo>
                    <a:pt x="7073" y="21336"/>
                  </a:lnTo>
                  <a:lnTo>
                    <a:pt x="0" y="19773"/>
                  </a:lnTo>
                  <a:lnTo>
                    <a:pt x="431" y="6032"/>
                  </a:lnTo>
                  <a:lnTo>
                    <a:pt x="4025" y="1524"/>
                  </a:lnTo>
                  <a:lnTo>
                    <a:pt x="4787" y="762"/>
                  </a:lnTo>
                  <a:lnTo>
                    <a:pt x="707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0" name="object 1240" descr=""/>
            <p:cNvSpPr/>
            <p:nvPr/>
          </p:nvSpPr>
          <p:spPr>
            <a:xfrm>
              <a:off x="3549088" y="272522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1" name="object 1241" descr=""/>
            <p:cNvSpPr/>
            <p:nvPr/>
          </p:nvSpPr>
          <p:spPr>
            <a:xfrm>
              <a:off x="3539181" y="2716846"/>
              <a:ext cx="13335" cy="16510"/>
            </a:xfrm>
            <a:custGeom>
              <a:avLst/>
              <a:gdLst/>
              <a:ahLst/>
              <a:cxnLst/>
              <a:rect l="l" t="t" r="r" b="b"/>
              <a:pathLst>
                <a:path w="13335" h="16510">
                  <a:moveTo>
                    <a:pt x="5334" y="0"/>
                  </a:moveTo>
                  <a:lnTo>
                    <a:pt x="0" y="16002"/>
                  </a:lnTo>
                  <a:lnTo>
                    <a:pt x="12954" y="1600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2" name="object 1242" descr=""/>
            <p:cNvSpPr/>
            <p:nvPr/>
          </p:nvSpPr>
          <p:spPr>
            <a:xfrm>
              <a:off x="3444694" y="240290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3" name="object 1243" descr=""/>
            <p:cNvSpPr/>
            <p:nvPr/>
          </p:nvSpPr>
          <p:spPr>
            <a:xfrm>
              <a:off x="3434788" y="2394520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5334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4" name="object 1244" descr=""/>
            <p:cNvSpPr/>
            <p:nvPr/>
          </p:nvSpPr>
          <p:spPr>
            <a:xfrm>
              <a:off x="3455362" y="2415094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762" y="0"/>
                  </a:moveTo>
                  <a:lnTo>
                    <a:pt x="1524" y="761"/>
                  </a:lnTo>
                  <a:lnTo>
                    <a:pt x="762" y="2286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5" name="object 1245" descr=""/>
            <p:cNvSpPr/>
            <p:nvPr/>
          </p:nvSpPr>
          <p:spPr>
            <a:xfrm>
              <a:off x="3464506" y="2395282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0"/>
                  </a:moveTo>
                  <a:lnTo>
                    <a:pt x="14478" y="0"/>
                  </a:lnTo>
                  <a:lnTo>
                    <a:pt x="533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6" name="object 1246" descr=""/>
            <p:cNvSpPr/>
            <p:nvPr/>
          </p:nvSpPr>
          <p:spPr>
            <a:xfrm>
              <a:off x="3486604" y="2395282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7" name="object 1247" descr=""/>
            <p:cNvSpPr/>
            <p:nvPr/>
          </p:nvSpPr>
          <p:spPr>
            <a:xfrm>
              <a:off x="3488889" y="240899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8" name="object 1248" descr=""/>
            <p:cNvSpPr/>
            <p:nvPr/>
          </p:nvSpPr>
          <p:spPr>
            <a:xfrm>
              <a:off x="3486604" y="2402902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9" name="object 1249" descr=""/>
            <p:cNvSpPr/>
            <p:nvPr/>
          </p:nvSpPr>
          <p:spPr>
            <a:xfrm>
              <a:off x="2898339" y="2653600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0" name="object 1250" descr=""/>
            <p:cNvSpPr/>
            <p:nvPr/>
          </p:nvSpPr>
          <p:spPr>
            <a:xfrm>
              <a:off x="2898339" y="263226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5" h="21589">
                  <a:moveTo>
                    <a:pt x="6857" y="21336"/>
                  </a:moveTo>
                  <a:lnTo>
                    <a:pt x="6857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1" name="object 1251" descr=""/>
            <p:cNvSpPr/>
            <p:nvPr/>
          </p:nvSpPr>
          <p:spPr>
            <a:xfrm>
              <a:off x="2918914" y="263226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3" y="0"/>
                  </a:moveTo>
                  <a:lnTo>
                    <a:pt x="12191" y="12954"/>
                  </a:lnTo>
                  <a:lnTo>
                    <a:pt x="11429" y="17526"/>
                  </a:lnTo>
                  <a:lnTo>
                    <a:pt x="10667" y="19050"/>
                  </a:lnTo>
                  <a:lnTo>
                    <a:pt x="9143" y="20574"/>
                  </a:lnTo>
                  <a:lnTo>
                    <a:pt x="7619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1523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1523" y="3810"/>
                  </a:lnTo>
                  <a:lnTo>
                    <a:pt x="3047" y="762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2" name="object 1252" descr=""/>
            <p:cNvSpPr/>
            <p:nvPr/>
          </p:nvSpPr>
          <p:spPr>
            <a:xfrm>
              <a:off x="2939488" y="263226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3" y="0"/>
                  </a:moveTo>
                  <a:lnTo>
                    <a:pt x="12191" y="12954"/>
                  </a:lnTo>
                  <a:lnTo>
                    <a:pt x="11429" y="17526"/>
                  </a:lnTo>
                  <a:lnTo>
                    <a:pt x="10667" y="19050"/>
                  </a:lnTo>
                  <a:lnTo>
                    <a:pt x="9143" y="20574"/>
                  </a:lnTo>
                  <a:lnTo>
                    <a:pt x="7619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1523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1523" y="3810"/>
                  </a:lnTo>
                  <a:lnTo>
                    <a:pt x="3047" y="762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3" name="object 1253" descr=""/>
            <p:cNvSpPr/>
            <p:nvPr/>
          </p:nvSpPr>
          <p:spPr>
            <a:xfrm>
              <a:off x="2960824" y="263226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4" name="object 1254" descr=""/>
            <p:cNvSpPr/>
            <p:nvPr/>
          </p:nvSpPr>
          <p:spPr>
            <a:xfrm>
              <a:off x="2963110" y="264521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5" name="object 1255" descr=""/>
            <p:cNvSpPr/>
            <p:nvPr/>
          </p:nvSpPr>
          <p:spPr>
            <a:xfrm>
              <a:off x="2960824" y="2639122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1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6" name="object 1256" descr=""/>
            <p:cNvSpPr/>
            <p:nvPr/>
          </p:nvSpPr>
          <p:spPr>
            <a:xfrm>
              <a:off x="3347919" y="215068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7" name="object 1257" descr=""/>
            <p:cNvSpPr/>
            <p:nvPr/>
          </p:nvSpPr>
          <p:spPr>
            <a:xfrm>
              <a:off x="3356301" y="214306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8" name="object 1258" descr=""/>
            <p:cNvSpPr/>
            <p:nvPr/>
          </p:nvSpPr>
          <p:spPr>
            <a:xfrm>
              <a:off x="3373066" y="2159062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9" name="object 1259" descr=""/>
            <p:cNvSpPr/>
            <p:nvPr/>
          </p:nvSpPr>
          <p:spPr>
            <a:xfrm>
              <a:off x="3373066" y="213772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0" name="object 1260" descr=""/>
            <p:cNvSpPr/>
            <p:nvPr/>
          </p:nvSpPr>
          <p:spPr>
            <a:xfrm>
              <a:off x="3392877" y="213772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762" y="1524"/>
                  </a:move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1524"/>
                  </a:lnTo>
                  <a:lnTo>
                    <a:pt x="12954" y="3810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1" name="object 1261" descr=""/>
            <p:cNvSpPr/>
            <p:nvPr/>
          </p:nvSpPr>
          <p:spPr>
            <a:xfrm>
              <a:off x="3411927" y="213772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2" name="object 1262" descr=""/>
            <p:cNvSpPr/>
            <p:nvPr/>
          </p:nvSpPr>
          <p:spPr>
            <a:xfrm>
              <a:off x="3176470" y="29332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3" name="object 1263" descr=""/>
            <p:cNvSpPr/>
            <p:nvPr/>
          </p:nvSpPr>
          <p:spPr>
            <a:xfrm>
              <a:off x="3176470" y="291191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4" name="object 1264" descr=""/>
            <p:cNvSpPr/>
            <p:nvPr/>
          </p:nvSpPr>
          <p:spPr>
            <a:xfrm>
              <a:off x="3197805" y="291191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5" name="object 1265" descr=""/>
            <p:cNvSpPr/>
            <p:nvPr/>
          </p:nvSpPr>
          <p:spPr>
            <a:xfrm>
              <a:off x="3229810" y="291877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6" name="object 1266" descr=""/>
            <p:cNvSpPr/>
            <p:nvPr/>
          </p:nvSpPr>
          <p:spPr>
            <a:xfrm>
              <a:off x="3219904" y="2910394"/>
              <a:ext cx="13335" cy="16510"/>
            </a:xfrm>
            <a:custGeom>
              <a:avLst/>
              <a:gdLst/>
              <a:ahLst/>
              <a:cxnLst/>
              <a:rect l="l" t="t" r="r" b="b"/>
              <a:pathLst>
                <a:path w="13335" h="16510">
                  <a:moveTo>
                    <a:pt x="4572" y="0"/>
                  </a:moveTo>
                  <a:lnTo>
                    <a:pt x="0" y="16002"/>
                  </a:lnTo>
                  <a:lnTo>
                    <a:pt x="12954" y="1600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7" name="object 1267" descr=""/>
            <p:cNvSpPr/>
            <p:nvPr/>
          </p:nvSpPr>
          <p:spPr>
            <a:xfrm>
              <a:off x="3239716" y="2933254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8" name="object 1268" descr=""/>
            <p:cNvSpPr/>
            <p:nvPr/>
          </p:nvSpPr>
          <p:spPr>
            <a:xfrm>
              <a:off x="3239716" y="2911918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5" h="21589">
                  <a:moveTo>
                    <a:pt x="6857" y="21336"/>
                  </a:moveTo>
                  <a:lnTo>
                    <a:pt x="6857" y="0"/>
                  </a:lnTo>
                  <a:lnTo>
                    <a:pt x="4571" y="3048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9" name="object 1269" descr=""/>
            <p:cNvSpPr/>
            <p:nvPr/>
          </p:nvSpPr>
          <p:spPr>
            <a:xfrm>
              <a:off x="3270958" y="291877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0" name="object 1270" descr=""/>
            <p:cNvSpPr/>
            <p:nvPr/>
          </p:nvSpPr>
          <p:spPr>
            <a:xfrm>
              <a:off x="3260289" y="2910394"/>
              <a:ext cx="13970" cy="16510"/>
            </a:xfrm>
            <a:custGeom>
              <a:avLst/>
              <a:gdLst/>
              <a:ahLst/>
              <a:cxnLst/>
              <a:rect l="l" t="t" r="r" b="b"/>
              <a:pathLst>
                <a:path w="13970" h="16510">
                  <a:moveTo>
                    <a:pt x="5334" y="0"/>
                  </a:moveTo>
                  <a:lnTo>
                    <a:pt x="0" y="16002"/>
                  </a:lnTo>
                  <a:lnTo>
                    <a:pt x="13716" y="1600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1" name="object 1271" descr=""/>
            <p:cNvSpPr/>
            <p:nvPr/>
          </p:nvSpPr>
          <p:spPr>
            <a:xfrm>
              <a:off x="3280863" y="291191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2" y="9144"/>
                  </a:moveTo>
                  <a:lnTo>
                    <a:pt x="2286" y="8382"/>
                  </a:lnTo>
                  <a:lnTo>
                    <a:pt x="1524" y="6858"/>
                  </a:lnTo>
                  <a:lnTo>
                    <a:pt x="0" y="4572"/>
                  </a:lnTo>
                  <a:lnTo>
                    <a:pt x="0" y="3810"/>
                  </a:lnTo>
                  <a:lnTo>
                    <a:pt x="1524" y="1524"/>
                  </a:lnTo>
                  <a:lnTo>
                    <a:pt x="2286" y="762"/>
                  </a:lnTo>
                  <a:lnTo>
                    <a:pt x="4572" y="0"/>
                  </a:lnTo>
                  <a:lnTo>
                    <a:pt x="8382" y="0"/>
                  </a:lnTo>
                  <a:lnTo>
                    <a:pt x="10668" y="762"/>
                  </a:lnTo>
                  <a:lnTo>
                    <a:pt x="11430" y="1524"/>
                  </a:lnTo>
                  <a:lnTo>
                    <a:pt x="12192" y="3810"/>
                  </a:lnTo>
                  <a:lnTo>
                    <a:pt x="12192" y="4572"/>
                  </a:lnTo>
                  <a:lnTo>
                    <a:pt x="11430" y="6858"/>
                  </a:lnTo>
                  <a:lnTo>
                    <a:pt x="10668" y="8382"/>
                  </a:lnTo>
                  <a:lnTo>
                    <a:pt x="8382" y="9144"/>
                  </a:lnTo>
                  <a:lnTo>
                    <a:pt x="4572" y="9144"/>
                  </a:lnTo>
                  <a:lnTo>
                    <a:pt x="2286" y="9906"/>
                  </a:lnTo>
                  <a:lnTo>
                    <a:pt x="1524" y="11430"/>
                  </a:lnTo>
                  <a:lnTo>
                    <a:pt x="0" y="12954"/>
                  </a:lnTo>
                  <a:lnTo>
                    <a:pt x="0" y="17526"/>
                  </a:lnTo>
                  <a:lnTo>
                    <a:pt x="1524" y="19050"/>
                  </a:lnTo>
                  <a:lnTo>
                    <a:pt x="2286" y="20574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12954"/>
                  </a:lnTo>
                  <a:lnTo>
                    <a:pt x="10668" y="9906"/>
                  </a:lnTo>
                  <a:lnTo>
                    <a:pt x="8382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2" name="object 1272" descr=""/>
            <p:cNvSpPr/>
            <p:nvPr/>
          </p:nvSpPr>
          <p:spPr>
            <a:xfrm>
              <a:off x="4285942" y="95510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90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3" name="object 1273" descr=""/>
            <p:cNvSpPr/>
            <p:nvPr/>
          </p:nvSpPr>
          <p:spPr>
            <a:xfrm>
              <a:off x="4303468" y="95510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0" y="21336"/>
                  </a:moveTo>
                  <a:lnTo>
                    <a:pt x="0" y="0"/>
                  </a:lnTo>
                  <a:lnTo>
                    <a:pt x="7620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4" name="object 1274" descr=""/>
            <p:cNvSpPr/>
            <p:nvPr/>
          </p:nvSpPr>
          <p:spPr>
            <a:xfrm>
              <a:off x="4327089" y="97643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5" name="object 1275" descr=""/>
            <p:cNvSpPr/>
            <p:nvPr/>
          </p:nvSpPr>
          <p:spPr>
            <a:xfrm>
              <a:off x="4327089" y="95510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6" name="object 1276" descr=""/>
            <p:cNvSpPr/>
            <p:nvPr/>
          </p:nvSpPr>
          <p:spPr>
            <a:xfrm>
              <a:off x="4346901" y="95510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0" y="0"/>
                  </a:moveTo>
                  <a:lnTo>
                    <a:pt x="12954" y="0"/>
                  </a:lnTo>
                  <a:lnTo>
                    <a:pt x="6096" y="7620"/>
                  </a:lnTo>
                  <a:lnTo>
                    <a:pt x="9144" y="7620"/>
                  </a:lnTo>
                  <a:lnTo>
                    <a:pt x="11430" y="9144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6764"/>
                  </a:lnTo>
                  <a:lnTo>
                    <a:pt x="12192" y="19050"/>
                  </a:lnTo>
                  <a:lnTo>
                    <a:pt x="11430" y="19812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19812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7" name="object 1277" descr=""/>
            <p:cNvSpPr/>
            <p:nvPr/>
          </p:nvSpPr>
          <p:spPr>
            <a:xfrm>
              <a:off x="4367475" y="95510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0" y="0"/>
                  </a:moveTo>
                  <a:lnTo>
                    <a:pt x="13716" y="0"/>
                  </a:lnTo>
                  <a:lnTo>
                    <a:pt x="4572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8" name="object 1278" descr=""/>
            <p:cNvSpPr/>
            <p:nvPr/>
          </p:nvSpPr>
          <p:spPr>
            <a:xfrm>
              <a:off x="4388812" y="95510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5334" y="0"/>
                  </a:moveTo>
                  <a:lnTo>
                    <a:pt x="12192" y="12954"/>
                  </a:lnTo>
                  <a:lnTo>
                    <a:pt x="11430" y="16764"/>
                  </a:lnTo>
                  <a:lnTo>
                    <a:pt x="9906" y="19050"/>
                  </a:lnTo>
                  <a:lnTo>
                    <a:pt x="9144" y="19812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19812"/>
                  </a:lnTo>
                  <a:lnTo>
                    <a:pt x="2286" y="19050"/>
                  </a:lnTo>
                  <a:lnTo>
                    <a:pt x="762" y="16764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762" y="3810"/>
                  </a:lnTo>
                  <a:lnTo>
                    <a:pt x="2286" y="1524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9" name="object 1279" descr=""/>
            <p:cNvSpPr/>
            <p:nvPr/>
          </p:nvSpPr>
          <p:spPr>
            <a:xfrm>
              <a:off x="4407950" y="95510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6007" y="0"/>
                  </a:moveTo>
                  <a:lnTo>
                    <a:pt x="13627" y="7620"/>
                  </a:lnTo>
                  <a:lnTo>
                    <a:pt x="13627" y="12954"/>
                  </a:lnTo>
                  <a:lnTo>
                    <a:pt x="0" y="21577"/>
                  </a:lnTo>
                  <a:lnTo>
                    <a:pt x="762" y="9385"/>
                  </a:lnTo>
                  <a:lnTo>
                    <a:pt x="2197" y="3810"/>
                  </a:lnTo>
                  <a:lnTo>
                    <a:pt x="2959" y="1524"/>
                  </a:lnTo>
                  <a:lnTo>
                    <a:pt x="6007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0" name="object 1280" descr=""/>
            <p:cNvSpPr/>
            <p:nvPr/>
          </p:nvSpPr>
          <p:spPr>
            <a:xfrm>
              <a:off x="4444438" y="70973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1" name="object 1281" descr=""/>
            <p:cNvSpPr/>
            <p:nvPr/>
          </p:nvSpPr>
          <p:spPr>
            <a:xfrm>
              <a:off x="4452819" y="702118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09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2" name="object 1282" descr=""/>
            <p:cNvSpPr/>
            <p:nvPr/>
          </p:nvSpPr>
          <p:spPr>
            <a:xfrm>
              <a:off x="4470345" y="71812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3" name="object 1283" descr=""/>
            <p:cNvSpPr/>
            <p:nvPr/>
          </p:nvSpPr>
          <p:spPr>
            <a:xfrm>
              <a:off x="4470345" y="69678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4" name="object 1284" descr=""/>
            <p:cNvSpPr/>
            <p:nvPr/>
          </p:nvSpPr>
          <p:spPr>
            <a:xfrm>
              <a:off x="4489395" y="69678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1524" y="2286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5" name="object 1285" descr=""/>
            <p:cNvSpPr/>
            <p:nvPr/>
          </p:nvSpPr>
          <p:spPr>
            <a:xfrm>
              <a:off x="4509207" y="69678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0" y="0"/>
                  </a:moveTo>
                  <a:lnTo>
                    <a:pt x="6858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6" name="object 1286" descr=""/>
            <p:cNvSpPr/>
            <p:nvPr/>
          </p:nvSpPr>
          <p:spPr>
            <a:xfrm>
              <a:off x="4328613" y="80422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7" name="object 1287" descr=""/>
            <p:cNvSpPr/>
            <p:nvPr/>
          </p:nvSpPr>
          <p:spPr>
            <a:xfrm>
              <a:off x="4328613" y="78289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8" name="object 1288" descr=""/>
            <p:cNvSpPr/>
            <p:nvPr/>
          </p:nvSpPr>
          <p:spPr>
            <a:xfrm>
              <a:off x="4348425" y="78289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5334" y="0"/>
                  </a:moveTo>
                  <a:lnTo>
                    <a:pt x="7620" y="0"/>
                  </a:lnTo>
                  <a:lnTo>
                    <a:pt x="9906" y="761"/>
                  </a:lnTo>
                  <a:lnTo>
                    <a:pt x="10668" y="1523"/>
                  </a:lnTo>
                  <a:lnTo>
                    <a:pt x="12954" y="8382"/>
                  </a:lnTo>
                  <a:lnTo>
                    <a:pt x="12954" y="12954"/>
                  </a:lnTo>
                  <a:lnTo>
                    <a:pt x="11430" y="17526"/>
                  </a:lnTo>
                  <a:lnTo>
                    <a:pt x="9906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2286" y="1524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9" name="object 1289" descr=""/>
            <p:cNvSpPr/>
            <p:nvPr/>
          </p:nvSpPr>
          <p:spPr>
            <a:xfrm>
              <a:off x="4370524" y="78289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0" name="object 1290" descr=""/>
            <p:cNvSpPr/>
            <p:nvPr/>
          </p:nvSpPr>
          <p:spPr>
            <a:xfrm>
              <a:off x="4372048" y="795844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90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1" name="object 1291" descr=""/>
            <p:cNvSpPr/>
            <p:nvPr/>
          </p:nvSpPr>
          <p:spPr>
            <a:xfrm>
              <a:off x="4370524" y="789748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20" h="8890">
                  <a:moveTo>
                    <a:pt x="7620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2" name="object 1292" descr=""/>
            <p:cNvSpPr/>
            <p:nvPr/>
          </p:nvSpPr>
          <p:spPr>
            <a:xfrm>
              <a:off x="4064962" y="80422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3" name="object 1293" descr=""/>
            <p:cNvSpPr/>
            <p:nvPr/>
          </p:nvSpPr>
          <p:spPr>
            <a:xfrm>
              <a:off x="4064962" y="78289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4" name="object 1294" descr=""/>
            <p:cNvSpPr/>
            <p:nvPr/>
          </p:nvSpPr>
          <p:spPr>
            <a:xfrm>
              <a:off x="4085536" y="801940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762" y="0"/>
                  </a:moveTo>
                  <a:lnTo>
                    <a:pt x="2286" y="1523"/>
                  </a:lnTo>
                  <a:lnTo>
                    <a:pt x="762" y="2286"/>
                  </a:lnTo>
                  <a:lnTo>
                    <a:pt x="0" y="1524"/>
                  </a:lnTo>
                  <a:lnTo>
                    <a:pt x="762" y="0"/>
                  </a:lnTo>
                  <a:lnTo>
                    <a:pt x="762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5" name="object 1295" descr=""/>
            <p:cNvSpPr/>
            <p:nvPr/>
          </p:nvSpPr>
          <p:spPr>
            <a:xfrm>
              <a:off x="4096204" y="78289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10667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3047" y="8382"/>
                  </a:lnTo>
                  <a:lnTo>
                    <a:pt x="7619" y="8382"/>
                  </a:lnTo>
                  <a:lnTo>
                    <a:pt x="9905" y="9144"/>
                  </a:lnTo>
                  <a:lnTo>
                    <a:pt x="10667" y="9906"/>
                  </a:lnTo>
                  <a:lnTo>
                    <a:pt x="12191" y="12192"/>
                  </a:lnTo>
                  <a:lnTo>
                    <a:pt x="12191" y="17526"/>
                  </a:lnTo>
                  <a:lnTo>
                    <a:pt x="10667" y="19050"/>
                  </a:lnTo>
                  <a:lnTo>
                    <a:pt x="9905" y="20574"/>
                  </a:lnTo>
                  <a:lnTo>
                    <a:pt x="7619" y="21336"/>
                  </a:lnTo>
                  <a:lnTo>
                    <a:pt x="3047" y="21336"/>
                  </a:lnTo>
                  <a:lnTo>
                    <a:pt x="761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6" name="object 1296" descr=""/>
            <p:cNvSpPr/>
            <p:nvPr/>
          </p:nvSpPr>
          <p:spPr>
            <a:xfrm>
              <a:off x="4117539" y="78289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7" name="object 1297" descr=""/>
            <p:cNvSpPr/>
            <p:nvPr/>
          </p:nvSpPr>
          <p:spPr>
            <a:xfrm>
              <a:off x="4119063" y="795844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90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8" name="object 1298" descr=""/>
            <p:cNvSpPr/>
            <p:nvPr/>
          </p:nvSpPr>
          <p:spPr>
            <a:xfrm>
              <a:off x="4117539" y="789748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20" h="8890">
                  <a:moveTo>
                    <a:pt x="7620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9" name="object 1299" descr=""/>
            <p:cNvSpPr/>
            <p:nvPr/>
          </p:nvSpPr>
          <p:spPr>
            <a:xfrm>
              <a:off x="3937707" y="99777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12191" y="762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762"/>
                  </a:lnTo>
                  <a:lnTo>
                    <a:pt x="761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764"/>
                  </a:lnTo>
                  <a:lnTo>
                    <a:pt x="2285" y="18288"/>
                  </a:lnTo>
                  <a:lnTo>
                    <a:pt x="3809" y="20574"/>
                  </a:lnTo>
                  <a:lnTo>
                    <a:pt x="6857" y="21336"/>
                  </a:lnTo>
                  <a:lnTo>
                    <a:pt x="9143" y="21336"/>
                  </a:lnTo>
                  <a:lnTo>
                    <a:pt x="12191" y="20574"/>
                  </a:lnTo>
                  <a:lnTo>
                    <a:pt x="12953" y="19812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0" name="object 1300" descr=""/>
            <p:cNvSpPr/>
            <p:nvPr/>
          </p:nvSpPr>
          <p:spPr>
            <a:xfrm>
              <a:off x="3959806" y="99777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0" y="21336"/>
                  </a:moveTo>
                  <a:lnTo>
                    <a:pt x="0" y="0"/>
                  </a:lnTo>
                  <a:lnTo>
                    <a:pt x="12954" y="21336"/>
                  </a:lnTo>
                  <a:lnTo>
                    <a:pt x="1295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1" name="object 1301" descr=""/>
            <p:cNvSpPr/>
            <p:nvPr/>
          </p:nvSpPr>
          <p:spPr>
            <a:xfrm>
              <a:off x="3982666" y="99777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2"/>
                  </a:lnTo>
                  <a:lnTo>
                    <a:pt x="11429" y="5334"/>
                  </a:lnTo>
                  <a:lnTo>
                    <a:pt x="12191" y="9144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9906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2" name="object 1302" descr=""/>
            <p:cNvSpPr/>
            <p:nvPr/>
          </p:nvSpPr>
          <p:spPr>
            <a:xfrm>
              <a:off x="4367475" y="2998024"/>
              <a:ext cx="13970" cy="22860"/>
            </a:xfrm>
            <a:custGeom>
              <a:avLst/>
              <a:gdLst/>
              <a:ahLst/>
              <a:cxnLst/>
              <a:rect l="l" t="t" r="r" b="b"/>
              <a:pathLst>
                <a:path w="13970" h="22860">
                  <a:moveTo>
                    <a:pt x="12191" y="762"/>
                  </a:moveTo>
                  <a:lnTo>
                    <a:pt x="10667" y="0"/>
                  </a:lnTo>
                  <a:lnTo>
                    <a:pt x="7619" y="0"/>
                  </a:lnTo>
                  <a:lnTo>
                    <a:pt x="4571" y="762"/>
                  </a:lnTo>
                  <a:lnTo>
                    <a:pt x="2285" y="3048"/>
                  </a:lnTo>
                  <a:lnTo>
                    <a:pt x="1523" y="4572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1523" y="16002"/>
                  </a:lnTo>
                  <a:lnTo>
                    <a:pt x="2362" y="21463"/>
                  </a:lnTo>
                  <a:lnTo>
                    <a:pt x="7912" y="22275"/>
                  </a:lnTo>
                  <a:lnTo>
                    <a:pt x="12191" y="20574"/>
                  </a:lnTo>
                  <a:lnTo>
                    <a:pt x="13715" y="19050"/>
                  </a:lnTo>
                  <a:lnTo>
                    <a:pt x="13715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3" name="object 1303" descr=""/>
            <p:cNvSpPr/>
            <p:nvPr/>
          </p:nvSpPr>
          <p:spPr>
            <a:xfrm>
              <a:off x="4390336" y="299802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4" name="object 1304" descr=""/>
            <p:cNvSpPr/>
            <p:nvPr/>
          </p:nvSpPr>
          <p:spPr>
            <a:xfrm>
              <a:off x="4412433" y="299802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2"/>
                  </a:lnTo>
                  <a:lnTo>
                    <a:pt x="10667" y="3048"/>
                  </a:lnTo>
                  <a:lnTo>
                    <a:pt x="11429" y="4572"/>
                  </a:lnTo>
                  <a:lnTo>
                    <a:pt x="12954" y="9144"/>
                  </a:lnTo>
                  <a:lnTo>
                    <a:pt x="12954" y="12192"/>
                  </a:lnTo>
                  <a:lnTo>
                    <a:pt x="11430" y="16002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5" name="object 1305" descr=""/>
            <p:cNvSpPr/>
            <p:nvPr/>
          </p:nvSpPr>
          <p:spPr>
            <a:xfrm>
              <a:off x="4208980" y="282581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050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9050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1524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6" name="object 1306" descr=""/>
            <p:cNvSpPr/>
            <p:nvPr/>
          </p:nvSpPr>
          <p:spPr>
            <a:xfrm>
              <a:off x="4229554" y="2844862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762" y="0"/>
                  </a:moveTo>
                  <a:lnTo>
                    <a:pt x="1524" y="1524"/>
                  </a:lnTo>
                  <a:lnTo>
                    <a:pt x="762" y="2286"/>
                  </a:lnTo>
                  <a:lnTo>
                    <a:pt x="0" y="1524"/>
                  </a:lnTo>
                  <a:lnTo>
                    <a:pt x="762" y="0"/>
                  </a:lnTo>
                  <a:lnTo>
                    <a:pt x="762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7" name="object 1307" descr=""/>
            <p:cNvSpPr/>
            <p:nvPr/>
          </p:nvSpPr>
          <p:spPr>
            <a:xfrm>
              <a:off x="4239460" y="282581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2954"/>
                  </a:lnTo>
                  <a:lnTo>
                    <a:pt x="11430" y="17526"/>
                  </a:lnTo>
                  <a:lnTo>
                    <a:pt x="10668" y="19050"/>
                  </a:lnTo>
                  <a:lnTo>
                    <a:pt x="9144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050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8" name="object 1308" descr=""/>
            <p:cNvSpPr/>
            <p:nvPr/>
          </p:nvSpPr>
          <p:spPr>
            <a:xfrm>
              <a:off x="4260033" y="282581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050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050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9" name="object 1309" descr=""/>
            <p:cNvSpPr/>
            <p:nvPr/>
          </p:nvSpPr>
          <p:spPr>
            <a:xfrm>
              <a:off x="4280607" y="284714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0" name="object 1310" descr=""/>
            <p:cNvSpPr/>
            <p:nvPr/>
          </p:nvSpPr>
          <p:spPr>
            <a:xfrm>
              <a:off x="4280607" y="282581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1" name="object 1311" descr=""/>
            <p:cNvSpPr/>
            <p:nvPr/>
          </p:nvSpPr>
          <p:spPr>
            <a:xfrm>
              <a:off x="4311088" y="2832670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2" name="object 1312" descr=""/>
            <p:cNvSpPr/>
            <p:nvPr/>
          </p:nvSpPr>
          <p:spPr>
            <a:xfrm>
              <a:off x="4301944" y="2832670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0"/>
                  </a:moveTo>
                  <a:lnTo>
                    <a:pt x="0" y="11430"/>
                  </a:lnTo>
                  <a:lnTo>
                    <a:pt x="762" y="13716"/>
                  </a:lnTo>
                  <a:lnTo>
                    <a:pt x="3048" y="14478"/>
                  </a:lnTo>
                  <a:lnTo>
                    <a:pt x="6096" y="14478"/>
                  </a:lnTo>
                  <a:lnTo>
                    <a:pt x="8382" y="13716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3" name="object 1313" descr=""/>
            <p:cNvSpPr/>
            <p:nvPr/>
          </p:nvSpPr>
          <p:spPr>
            <a:xfrm>
              <a:off x="4321756" y="283571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685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4" name="object 1314" descr=""/>
            <p:cNvSpPr/>
            <p:nvPr/>
          </p:nvSpPr>
          <p:spPr>
            <a:xfrm>
              <a:off x="4321756" y="2825812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89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5" name="object 1315" descr=""/>
            <p:cNvSpPr/>
            <p:nvPr/>
          </p:nvSpPr>
          <p:spPr>
            <a:xfrm>
              <a:off x="4443675" y="27999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6" name="object 1316" descr=""/>
            <p:cNvSpPr/>
            <p:nvPr/>
          </p:nvSpPr>
          <p:spPr>
            <a:xfrm>
              <a:off x="4449772" y="279990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7" name="object 1317" descr=""/>
            <p:cNvSpPr/>
            <p:nvPr/>
          </p:nvSpPr>
          <p:spPr>
            <a:xfrm>
              <a:off x="4462725" y="2799904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8" name="object 1318" descr=""/>
            <p:cNvSpPr/>
            <p:nvPr/>
          </p:nvSpPr>
          <p:spPr>
            <a:xfrm>
              <a:off x="4479194" y="2800666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5" h="20319">
                  <a:moveTo>
                    <a:pt x="13249" y="19050"/>
                  </a:moveTo>
                  <a:lnTo>
                    <a:pt x="12487" y="19812"/>
                  </a:lnTo>
                  <a:lnTo>
                    <a:pt x="3068" y="18793"/>
                  </a:lnTo>
                  <a:lnTo>
                    <a:pt x="0" y="9920"/>
                  </a:lnTo>
                  <a:lnTo>
                    <a:pt x="3175" y="1040"/>
                  </a:lnTo>
                  <a:lnTo>
                    <a:pt x="12487" y="0"/>
                  </a:lnTo>
                  <a:lnTo>
                    <a:pt x="13249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9" name="object 1319" descr=""/>
            <p:cNvSpPr/>
            <p:nvPr/>
          </p:nvSpPr>
          <p:spPr>
            <a:xfrm>
              <a:off x="4500825" y="279990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1429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3047" y="8382"/>
                  </a:lnTo>
                  <a:lnTo>
                    <a:pt x="8381" y="8382"/>
                  </a:lnTo>
                  <a:lnTo>
                    <a:pt x="11429" y="9906"/>
                  </a:lnTo>
                  <a:lnTo>
                    <a:pt x="12191" y="12192"/>
                  </a:lnTo>
                  <a:lnTo>
                    <a:pt x="12191" y="17526"/>
                  </a:lnTo>
                  <a:lnTo>
                    <a:pt x="11429" y="19812"/>
                  </a:lnTo>
                  <a:lnTo>
                    <a:pt x="8381" y="21336"/>
                  </a:lnTo>
                  <a:lnTo>
                    <a:pt x="3047" y="21336"/>
                  </a:lnTo>
                  <a:lnTo>
                    <a:pt x="761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0" name="object 1320" descr=""/>
            <p:cNvSpPr/>
            <p:nvPr/>
          </p:nvSpPr>
          <p:spPr>
            <a:xfrm>
              <a:off x="4521400" y="279990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0667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3047" y="8382"/>
                  </a:lnTo>
                  <a:lnTo>
                    <a:pt x="7619" y="8382"/>
                  </a:lnTo>
                  <a:lnTo>
                    <a:pt x="9905" y="9144"/>
                  </a:lnTo>
                  <a:lnTo>
                    <a:pt x="10667" y="9906"/>
                  </a:lnTo>
                  <a:lnTo>
                    <a:pt x="12191" y="12192"/>
                  </a:lnTo>
                  <a:lnTo>
                    <a:pt x="12191" y="17526"/>
                  </a:lnTo>
                  <a:lnTo>
                    <a:pt x="10667" y="19812"/>
                  </a:lnTo>
                  <a:lnTo>
                    <a:pt x="9905" y="20574"/>
                  </a:lnTo>
                  <a:lnTo>
                    <a:pt x="7619" y="21336"/>
                  </a:lnTo>
                  <a:lnTo>
                    <a:pt x="3047" y="21336"/>
                  </a:lnTo>
                  <a:lnTo>
                    <a:pt x="761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1" name="object 1321" descr=""/>
            <p:cNvSpPr/>
            <p:nvPr/>
          </p:nvSpPr>
          <p:spPr>
            <a:xfrm>
              <a:off x="4541974" y="279990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0667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3047" y="8382"/>
                  </a:lnTo>
                  <a:lnTo>
                    <a:pt x="7619" y="8382"/>
                  </a:lnTo>
                  <a:lnTo>
                    <a:pt x="9905" y="9144"/>
                  </a:lnTo>
                  <a:lnTo>
                    <a:pt x="10667" y="9906"/>
                  </a:lnTo>
                  <a:lnTo>
                    <a:pt x="12191" y="12192"/>
                  </a:lnTo>
                  <a:lnTo>
                    <a:pt x="12191" y="17526"/>
                  </a:lnTo>
                  <a:lnTo>
                    <a:pt x="10667" y="19812"/>
                  </a:lnTo>
                  <a:lnTo>
                    <a:pt x="9905" y="20574"/>
                  </a:lnTo>
                  <a:lnTo>
                    <a:pt x="7619" y="21336"/>
                  </a:lnTo>
                  <a:lnTo>
                    <a:pt x="3047" y="21336"/>
                  </a:lnTo>
                  <a:lnTo>
                    <a:pt x="761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2" name="object 1322" descr=""/>
            <p:cNvSpPr/>
            <p:nvPr/>
          </p:nvSpPr>
          <p:spPr>
            <a:xfrm>
              <a:off x="4561024" y="2806762"/>
              <a:ext cx="11430" cy="14604"/>
            </a:xfrm>
            <a:custGeom>
              <a:avLst/>
              <a:gdLst/>
              <a:ahLst/>
              <a:cxnLst/>
              <a:rect l="l" t="t" r="r" b="b"/>
              <a:pathLst>
                <a:path w="11429" h="14605">
                  <a:moveTo>
                    <a:pt x="0" y="14477"/>
                  </a:moveTo>
                  <a:lnTo>
                    <a:pt x="11429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3" name="object 1323" descr=""/>
            <p:cNvSpPr/>
            <p:nvPr/>
          </p:nvSpPr>
          <p:spPr>
            <a:xfrm>
              <a:off x="4561024" y="2806762"/>
              <a:ext cx="11430" cy="14604"/>
            </a:xfrm>
            <a:custGeom>
              <a:avLst/>
              <a:gdLst/>
              <a:ahLst/>
              <a:cxnLst/>
              <a:rect l="l" t="t" r="r" b="b"/>
              <a:pathLst>
                <a:path w="11429" h="14605">
                  <a:moveTo>
                    <a:pt x="0" y="0"/>
                  </a:moveTo>
                  <a:lnTo>
                    <a:pt x="1143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4" name="object 1324" descr=""/>
            <p:cNvSpPr/>
            <p:nvPr/>
          </p:nvSpPr>
          <p:spPr>
            <a:xfrm>
              <a:off x="4580836" y="279990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4033" y="2451"/>
                  </a:lnTo>
                  <a:lnTo>
                    <a:pt x="13931" y="817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5" name="object 1325" descr=""/>
            <p:cNvSpPr/>
            <p:nvPr/>
          </p:nvSpPr>
          <p:spPr>
            <a:xfrm>
              <a:off x="4109919" y="299802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12191" y="762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762"/>
                  </a:lnTo>
                  <a:lnTo>
                    <a:pt x="1523" y="3048"/>
                  </a:lnTo>
                  <a:lnTo>
                    <a:pt x="761" y="4572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002"/>
                  </a:lnTo>
                  <a:lnTo>
                    <a:pt x="1523" y="18288"/>
                  </a:lnTo>
                  <a:lnTo>
                    <a:pt x="3809" y="20574"/>
                  </a:lnTo>
                  <a:lnTo>
                    <a:pt x="6857" y="21336"/>
                  </a:lnTo>
                  <a:lnTo>
                    <a:pt x="9143" y="21336"/>
                  </a:lnTo>
                  <a:lnTo>
                    <a:pt x="12191" y="20574"/>
                  </a:lnTo>
                  <a:lnTo>
                    <a:pt x="12953" y="19050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6" name="object 1326" descr=""/>
            <p:cNvSpPr/>
            <p:nvPr/>
          </p:nvSpPr>
          <p:spPr>
            <a:xfrm>
              <a:off x="4132018" y="299802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7" name="object 1327" descr=""/>
            <p:cNvSpPr/>
            <p:nvPr/>
          </p:nvSpPr>
          <p:spPr>
            <a:xfrm>
              <a:off x="4154877" y="299802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2"/>
                  </a:lnTo>
                  <a:lnTo>
                    <a:pt x="9905" y="3048"/>
                  </a:lnTo>
                  <a:lnTo>
                    <a:pt x="11429" y="4572"/>
                  </a:lnTo>
                  <a:lnTo>
                    <a:pt x="12191" y="9144"/>
                  </a:lnTo>
                  <a:lnTo>
                    <a:pt x="12192" y="12192"/>
                  </a:lnTo>
                  <a:lnTo>
                    <a:pt x="11430" y="16002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8" name="object 1328" descr=""/>
            <p:cNvSpPr/>
            <p:nvPr/>
          </p:nvSpPr>
          <p:spPr>
            <a:xfrm>
              <a:off x="3133036" y="123399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9" name="object 1329" descr=""/>
            <p:cNvSpPr/>
            <p:nvPr/>
          </p:nvSpPr>
          <p:spPr>
            <a:xfrm>
              <a:off x="3133036" y="121265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1523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0" name="object 1330" descr=""/>
            <p:cNvSpPr/>
            <p:nvPr/>
          </p:nvSpPr>
          <p:spPr>
            <a:xfrm>
              <a:off x="3153610" y="12126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4572" y="0"/>
                  </a:moveTo>
                  <a:lnTo>
                    <a:pt x="6858" y="0"/>
                  </a:lnTo>
                  <a:lnTo>
                    <a:pt x="9144" y="1523"/>
                  </a:lnTo>
                  <a:lnTo>
                    <a:pt x="9906" y="2285"/>
                  </a:lnTo>
                  <a:lnTo>
                    <a:pt x="10668" y="4571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0668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4572" y="21336"/>
                  </a:lnTo>
                  <a:lnTo>
                    <a:pt x="1524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1524" y="2286"/>
                  </a:lnTo>
                  <a:lnTo>
                    <a:pt x="3048" y="1524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1" name="object 1331" descr=""/>
            <p:cNvSpPr/>
            <p:nvPr/>
          </p:nvSpPr>
          <p:spPr>
            <a:xfrm>
              <a:off x="3174183" y="12126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4572" y="0"/>
                  </a:moveTo>
                  <a:lnTo>
                    <a:pt x="6858" y="0"/>
                  </a:lnTo>
                  <a:lnTo>
                    <a:pt x="9144" y="1523"/>
                  </a:lnTo>
                  <a:lnTo>
                    <a:pt x="9906" y="2285"/>
                  </a:lnTo>
                  <a:lnTo>
                    <a:pt x="10668" y="4571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0668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4572" y="21336"/>
                  </a:lnTo>
                  <a:lnTo>
                    <a:pt x="1524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1524" y="2286"/>
                  </a:lnTo>
                  <a:lnTo>
                    <a:pt x="3048" y="1524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2" name="object 1332" descr=""/>
            <p:cNvSpPr/>
            <p:nvPr/>
          </p:nvSpPr>
          <p:spPr>
            <a:xfrm>
              <a:off x="3206559" y="1557082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69" h="20955">
                  <a:moveTo>
                    <a:pt x="11820" y="762"/>
                  </a:moveTo>
                  <a:lnTo>
                    <a:pt x="10296" y="0"/>
                  </a:lnTo>
                  <a:lnTo>
                    <a:pt x="1660" y="3449"/>
                  </a:lnTo>
                  <a:lnTo>
                    <a:pt x="0" y="12825"/>
                  </a:lnTo>
                  <a:lnTo>
                    <a:pt x="4249" y="20550"/>
                  </a:lnTo>
                  <a:lnTo>
                    <a:pt x="13344" y="19050"/>
                  </a:lnTo>
                  <a:lnTo>
                    <a:pt x="13344" y="12192"/>
                  </a:lnTo>
                  <a:lnTo>
                    <a:pt x="8772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3" name="object 1333" descr=""/>
            <p:cNvSpPr/>
            <p:nvPr/>
          </p:nvSpPr>
          <p:spPr>
            <a:xfrm>
              <a:off x="3229048" y="155708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4" name="object 1334" descr=""/>
            <p:cNvSpPr/>
            <p:nvPr/>
          </p:nvSpPr>
          <p:spPr>
            <a:xfrm>
              <a:off x="3251145" y="155708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2"/>
                  </a:lnTo>
                  <a:lnTo>
                    <a:pt x="10667" y="3048"/>
                  </a:lnTo>
                  <a:lnTo>
                    <a:pt x="11429" y="5334"/>
                  </a:lnTo>
                  <a:lnTo>
                    <a:pt x="12954" y="9144"/>
                  </a:lnTo>
                  <a:lnTo>
                    <a:pt x="12954" y="12192"/>
                  </a:lnTo>
                  <a:lnTo>
                    <a:pt x="11430" y="16002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5" name="object 1335" descr=""/>
            <p:cNvSpPr/>
            <p:nvPr/>
          </p:nvSpPr>
          <p:spPr>
            <a:xfrm>
              <a:off x="2915866" y="718120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1524" y="2286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6" name="object 1336" descr=""/>
            <p:cNvSpPr/>
            <p:nvPr/>
          </p:nvSpPr>
          <p:spPr>
            <a:xfrm>
              <a:off x="2938726" y="71812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7" name="object 1337" descr=""/>
            <p:cNvSpPr/>
            <p:nvPr/>
          </p:nvSpPr>
          <p:spPr>
            <a:xfrm>
              <a:off x="2941774" y="72726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9143" y="121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8" name="object 1338" descr=""/>
            <p:cNvSpPr/>
            <p:nvPr/>
          </p:nvSpPr>
          <p:spPr>
            <a:xfrm>
              <a:off x="2938726" y="718120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12192" y="0"/>
                  </a:moveTo>
                  <a:lnTo>
                    <a:pt x="0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9" name="object 1339" descr=""/>
            <p:cNvSpPr/>
            <p:nvPr/>
          </p:nvSpPr>
          <p:spPr>
            <a:xfrm>
              <a:off x="2888433" y="95510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0" name="object 1340" descr=""/>
            <p:cNvSpPr/>
            <p:nvPr/>
          </p:nvSpPr>
          <p:spPr>
            <a:xfrm>
              <a:off x="2894530" y="95510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1" name="object 1341" descr=""/>
            <p:cNvSpPr/>
            <p:nvPr/>
          </p:nvSpPr>
          <p:spPr>
            <a:xfrm>
              <a:off x="2908245" y="955102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90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2" name="object 1342" descr=""/>
            <p:cNvSpPr/>
            <p:nvPr/>
          </p:nvSpPr>
          <p:spPr>
            <a:xfrm>
              <a:off x="2924248" y="95510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5333" y="0"/>
                  </a:moveTo>
                  <a:lnTo>
                    <a:pt x="12191" y="12954"/>
                  </a:lnTo>
                  <a:lnTo>
                    <a:pt x="11429" y="16764"/>
                  </a:lnTo>
                  <a:lnTo>
                    <a:pt x="10667" y="19050"/>
                  </a:lnTo>
                  <a:lnTo>
                    <a:pt x="9143" y="19812"/>
                  </a:lnTo>
                  <a:lnTo>
                    <a:pt x="6857" y="21336"/>
                  </a:lnTo>
                  <a:lnTo>
                    <a:pt x="5333" y="21336"/>
                  </a:lnTo>
                  <a:lnTo>
                    <a:pt x="3047" y="19812"/>
                  </a:lnTo>
                  <a:lnTo>
                    <a:pt x="2285" y="19050"/>
                  </a:lnTo>
                  <a:lnTo>
                    <a:pt x="761" y="16764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761" y="3810"/>
                  </a:lnTo>
                  <a:lnTo>
                    <a:pt x="2285" y="1524"/>
                  </a:lnTo>
                  <a:lnTo>
                    <a:pt x="3047" y="762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3" name="object 1343" descr=""/>
            <p:cNvSpPr/>
            <p:nvPr/>
          </p:nvSpPr>
          <p:spPr>
            <a:xfrm>
              <a:off x="2944060" y="95510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0"/>
                  </a:moveTo>
                  <a:lnTo>
                    <a:pt x="13716" y="0"/>
                  </a:lnTo>
                  <a:lnTo>
                    <a:pt x="4572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4" name="object 1344" descr=""/>
            <p:cNvSpPr/>
            <p:nvPr/>
          </p:nvSpPr>
          <p:spPr>
            <a:xfrm>
              <a:off x="2975302" y="961960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5" name="object 1345" descr=""/>
            <p:cNvSpPr/>
            <p:nvPr/>
          </p:nvSpPr>
          <p:spPr>
            <a:xfrm>
              <a:off x="2965395" y="953578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40">
                  <a:moveTo>
                    <a:pt x="5333" y="0"/>
                  </a:moveTo>
                  <a:lnTo>
                    <a:pt x="0" y="15240"/>
                  </a:lnTo>
                  <a:lnTo>
                    <a:pt x="12953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6" name="object 1346" descr=""/>
            <p:cNvSpPr/>
            <p:nvPr/>
          </p:nvSpPr>
          <p:spPr>
            <a:xfrm>
              <a:off x="3283150" y="138487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7" name="object 1347" descr=""/>
            <p:cNvSpPr/>
            <p:nvPr/>
          </p:nvSpPr>
          <p:spPr>
            <a:xfrm>
              <a:off x="3304486" y="138487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2286" y="21336"/>
                  </a:moveTo>
                  <a:lnTo>
                    <a:pt x="6096" y="21336"/>
                  </a:lnTo>
                  <a:lnTo>
                    <a:pt x="8382" y="20574"/>
                  </a:lnTo>
                  <a:lnTo>
                    <a:pt x="9144" y="19812"/>
                  </a:lnTo>
                  <a:lnTo>
                    <a:pt x="11430" y="16764"/>
                  </a:lnTo>
                  <a:lnTo>
                    <a:pt x="12192" y="12192"/>
                  </a:lnTo>
                  <a:lnTo>
                    <a:pt x="12192" y="3810"/>
                  </a:lnTo>
                  <a:lnTo>
                    <a:pt x="10668" y="762"/>
                  </a:lnTo>
                  <a:lnTo>
                    <a:pt x="8382" y="0"/>
                  </a:lnTo>
                  <a:lnTo>
                    <a:pt x="4572" y="0"/>
                  </a:lnTo>
                  <a:lnTo>
                    <a:pt x="2286" y="762"/>
                  </a:lnTo>
                  <a:lnTo>
                    <a:pt x="762" y="2286"/>
                  </a:lnTo>
                  <a:lnTo>
                    <a:pt x="0" y="3810"/>
                  </a:lnTo>
                  <a:lnTo>
                    <a:pt x="0" y="9144"/>
                  </a:lnTo>
                  <a:lnTo>
                    <a:pt x="12192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8" name="object 1348" descr=""/>
            <p:cNvSpPr/>
            <p:nvPr/>
          </p:nvSpPr>
          <p:spPr>
            <a:xfrm>
              <a:off x="3325060" y="138487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9" name="object 1349" descr=""/>
            <p:cNvSpPr/>
            <p:nvPr/>
          </p:nvSpPr>
          <p:spPr>
            <a:xfrm>
              <a:off x="4075630" y="106940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0" name="object 1350" descr=""/>
            <p:cNvSpPr/>
            <p:nvPr/>
          </p:nvSpPr>
          <p:spPr>
            <a:xfrm>
              <a:off x="4064962" y="1061020"/>
              <a:ext cx="13970" cy="16510"/>
            </a:xfrm>
            <a:custGeom>
              <a:avLst/>
              <a:gdLst/>
              <a:ahLst/>
              <a:cxnLst/>
              <a:rect l="l" t="t" r="r" b="b"/>
              <a:pathLst>
                <a:path w="13970" h="16509">
                  <a:moveTo>
                    <a:pt x="5334" y="0"/>
                  </a:moveTo>
                  <a:lnTo>
                    <a:pt x="0" y="16002"/>
                  </a:lnTo>
                  <a:lnTo>
                    <a:pt x="13716" y="1600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1" name="object 1351" descr=""/>
            <p:cNvSpPr/>
            <p:nvPr/>
          </p:nvSpPr>
          <p:spPr>
            <a:xfrm>
              <a:off x="4085536" y="1081594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762" y="0"/>
                  </a:moveTo>
                  <a:lnTo>
                    <a:pt x="2286" y="1523"/>
                  </a:lnTo>
                  <a:lnTo>
                    <a:pt x="762" y="2286"/>
                  </a:lnTo>
                  <a:lnTo>
                    <a:pt x="0" y="1524"/>
                  </a:lnTo>
                  <a:lnTo>
                    <a:pt x="762" y="0"/>
                  </a:lnTo>
                  <a:lnTo>
                    <a:pt x="762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2" name="object 1352" descr=""/>
            <p:cNvSpPr/>
            <p:nvPr/>
          </p:nvSpPr>
          <p:spPr>
            <a:xfrm>
              <a:off x="4094680" y="106254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3" name="object 1353" descr=""/>
            <p:cNvSpPr/>
            <p:nvPr/>
          </p:nvSpPr>
          <p:spPr>
            <a:xfrm>
              <a:off x="4117539" y="106254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4" name="object 1354" descr=""/>
            <p:cNvSpPr/>
            <p:nvPr/>
          </p:nvSpPr>
          <p:spPr>
            <a:xfrm>
              <a:off x="4119063" y="107549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90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5" name="object 1355" descr=""/>
            <p:cNvSpPr/>
            <p:nvPr/>
          </p:nvSpPr>
          <p:spPr>
            <a:xfrm>
              <a:off x="4117539" y="1069402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20" h="8890">
                  <a:moveTo>
                    <a:pt x="7620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6" name="object 1356" descr=""/>
            <p:cNvSpPr/>
            <p:nvPr/>
          </p:nvSpPr>
          <p:spPr>
            <a:xfrm>
              <a:off x="4251651" y="129876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7" name="object 1357" descr=""/>
            <p:cNvSpPr/>
            <p:nvPr/>
          </p:nvSpPr>
          <p:spPr>
            <a:xfrm>
              <a:off x="4251651" y="127742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8" name="object 1358" descr=""/>
            <p:cNvSpPr/>
            <p:nvPr/>
          </p:nvSpPr>
          <p:spPr>
            <a:xfrm>
              <a:off x="4272225" y="1296478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40">
                  <a:moveTo>
                    <a:pt x="762" y="0"/>
                  </a:moveTo>
                  <a:lnTo>
                    <a:pt x="2286" y="1523"/>
                  </a:lnTo>
                  <a:lnTo>
                    <a:pt x="762" y="2286"/>
                  </a:lnTo>
                  <a:lnTo>
                    <a:pt x="0" y="1524"/>
                  </a:lnTo>
                  <a:lnTo>
                    <a:pt x="762" y="0"/>
                  </a:lnTo>
                  <a:lnTo>
                    <a:pt x="762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9" name="object 1359" descr=""/>
            <p:cNvSpPr/>
            <p:nvPr/>
          </p:nvSpPr>
          <p:spPr>
            <a:xfrm>
              <a:off x="4282894" y="127742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10667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3047" y="8382"/>
                  </a:lnTo>
                  <a:lnTo>
                    <a:pt x="7619" y="8382"/>
                  </a:lnTo>
                  <a:lnTo>
                    <a:pt x="9905" y="9144"/>
                  </a:lnTo>
                  <a:lnTo>
                    <a:pt x="10667" y="9906"/>
                  </a:lnTo>
                  <a:lnTo>
                    <a:pt x="12191" y="12192"/>
                  </a:lnTo>
                  <a:lnTo>
                    <a:pt x="12191" y="17526"/>
                  </a:lnTo>
                  <a:lnTo>
                    <a:pt x="10667" y="19050"/>
                  </a:lnTo>
                  <a:lnTo>
                    <a:pt x="9905" y="20574"/>
                  </a:lnTo>
                  <a:lnTo>
                    <a:pt x="7619" y="21336"/>
                  </a:lnTo>
                  <a:lnTo>
                    <a:pt x="3047" y="21336"/>
                  </a:lnTo>
                  <a:lnTo>
                    <a:pt x="761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0" name="object 1360" descr=""/>
            <p:cNvSpPr/>
            <p:nvPr/>
          </p:nvSpPr>
          <p:spPr>
            <a:xfrm>
              <a:off x="4304230" y="127742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1" name="object 1361" descr=""/>
            <p:cNvSpPr/>
            <p:nvPr/>
          </p:nvSpPr>
          <p:spPr>
            <a:xfrm>
              <a:off x="4305754" y="1290382"/>
              <a:ext cx="6985" cy="8890"/>
            </a:xfrm>
            <a:custGeom>
              <a:avLst/>
              <a:gdLst/>
              <a:ahLst/>
              <a:cxnLst/>
              <a:rect l="l" t="t" r="r" b="b"/>
              <a:pathLst>
                <a:path w="6985" h="8890">
                  <a:moveTo>
                    <a:pt x="0" y="0"/>
                  </a:moveTo>
                  <a:lnTo>
                    <a:pt x="6858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2" name="object 1362" descr=""/>
            <p:cNvSpPr/>
            <p:nvPr/>
          </p:nvSpPr>
          <p:spPr>
            <a:xfrm>
              <a:off x="4304230" y="1284286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90">
                  <a:moveTo>
                    <a:pt x="8382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3" name="object 1363" descr=""/>
            <p:cNvSpPr/>
            <p:nvPr/>
          </p:nvSpPr>
          <p:spPr>
            <a:xfrm>
              <a:off x="4174299" y="1470976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70" h="20955">
                  <a:moveTo>
                    <a:pt x="11820" y="762"/>
                  </a:moveTo>
                  <a:lnTo>
                    <a:pt x="10296" y="0"/>
                  </a:lnTo>
                  <a:lnTo>
                    <a:pt x="1660" y="3449"/>
                  </a:lnTo>
                  <a:lnTo>
                    <a:pt x="0" y="12825"/>
                  </a:lnTo>
                  <a:lnTo>
                    <a:pt x="4249" y="20550"/>
                  </a:lnTo>
                  <a:lnTo>
                    <a:pt x="13344" y="19050"/>
                  </a:lnTo>
                  <a:lnTo>
                    <a:pt x="13344" y="12192"/>
                  </a:lnTo>
                  <a:lnTo>
                    <a:pt x="8772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4" name="object 1364" descr=""/>
            <p:cNvSpPr/>
            <p:nvPr/>
          </p:nvSpPr>
          <p:spPr>
            <a:xfrm>
              <a:off x="4196788" y="147097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5" name="object 1365" descr=""/>
            <p:cNvSpPr/>
            <p:nvPr/>
          </p:nvSpPr>
          <p:spPr>
            <a:xfrm>
              <a:off x="4218886" y="147097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2"/>
                  </a:lnTo>
                  <a:lnTo>
                    <a:pt x="10667" y="3048"/>
                  </a:lnTo>
                  <a:lnTo>
                    <a:pt x="11429" y="5334"/>
                  </a:lnTo>
                  <a:lnTo>
                    <a:pt x="12954" y="9144"/>
                  </a:lnTo>
                  <a:lnTo>
                    <a:pt x="12954" y="12192"/>
                  </a:lnTo>
                  <a:lnTo>
                    <a:pt x="11430" y="16002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6" name="object 1366" descr=""/>
            <p:cNvSpPr/>
            <p:nvPr/>
          </p:nvSpPr>
          <p:spPr>
            <a:xfrm>
              <a:off x="1605988" y="277475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7" name="object 1367" descr=""/>
            <p:cNvSpPr/>
            <p:nvPr/>
          </p:nvSpPr>
          <p:spPr>
            <a:xfrm>
              <a:off x="1631134" y="278237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8" name="object 1368" descr=""/>
            <p:cNvSpPr/>
            <p:nvPr/>
          </p:nvSpPr>
          <p:spPr>
            <a:xfrm>
              <a:off x="1631134" y="276104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9" name="object 1369" descr=""/>
            <p:cNvSpPr/>
            <p:nvPr/>
          </p:nvSpPr>
          <p:spPr>
            <a:xfrm>
              <a:off x="1650945" y="276104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0" name="object 1370" descr=""/>
            <p:cNvSpPr/>
            <p:nvPr/>
          </p:nvSpPr>
          <p:spPr>
            <a:xfrm>
              <a:off x="1669995" y="276104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1" name="object 1371" descr=""/>
            <p:cNvSpPr/>
            <p:nvPr/>
          </p:nvSpPr>
          <p:spPr>
            <a:xfrm>
              <a:off x="1669233" y="254615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2" name="object 1372" descr=""/>
            <p:cNvSpPr/>
            <p:nvPr/>
          </p:nvSpPr>
          <p:spPr>
            <a:xfrm>
              <a:off x="1675330" y="254615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3" name="object 1373" descr=""/>
            <p:cNvSpPr/>
            <p:nvPr/>
          </p:nvSpPr>
          <p:spPr>
            <a:xfrm>
              <a:off x="1688283" y="2546158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89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4" name="object 1374" descr=""/>
            <p:cNvSpPr/>
            <p:nvPr/>
          </p:nvSpPr>
          <p:spPr>
            <a:xfrm>
              <a:off x="1705048" y="2546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3" y="0"/>
                  </a:moveTo>
                  <a:lnTo>
                    <a:pt x="6857" y="0"/>
                  </a:lnTo>
                  <a:lnTo>
                    <a:pt x="9143" y="761"/>
                  </a:lnTo>
                  <a:lnTo>
                    <a:pt x="9905" y="2285"/>
                  </a:lnTo>
                  <a:lnTo>
                    <a:pt x="11429" y="3809"/>
                  </a:lnTo>
                  <a:lnTo>
                    <a:pt x="12191" y="8382"/>
                  </a:lnTo>
                  <a:lnTo>
                    <a:pt x="12191" y="12954"/>
                  </a:lnTo>
                  <a:lnTo>
                    <a:pt x="11429" y="17526"/>
                  </a:lnTo>
                  <a:lnTo>
                    <a:pt x="9905" y="19812"/>
                  </a:lnTo>
                  <a:lnTo>
                    <a:pt x="9143" y="20574"/>
                  </a:lnTo>
                  <a:lnTo>
                    <a:pt x="6857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2285" y="19812"/>
                  </a:lnTo>
                  <a:lnTo>
                    <a:pt x="761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1" y="3810"/>
                  </a:lnTo>
                  <a:lnTo>
                    <a:pt x="2285" y="2286"/>
                  </a:lnTo>
                  <a:lnTo>
                    <a:pt x="3047" y="762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5" name="object 1375" descr=""/>
            <p:cNvSpPr/>
            <p:nvPr/>
          </p:nvSpPr>
          <p:spPr>
            <a:xfrm>
              <a:off x="1724098" y="254615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6" name="object 1376" descr=""/>
            <p:cNvSpPr/>
            <p:nvPr/>
          </p:nvSpPr>
          <p:spPr>
            <a:xfrm>
              <a:off x="1756102" y="255301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7" name="object 1377" descr=""/>
            <p:cNvSpPr/>
            <p:nvPr/>
          </p:nvSpPr>
          <p:spPr>
            <a:xfrm>
              <a:off x="1746195" y="2545396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4572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8" name="object 1378" descr=""/>
            <p:cNvSpPr/>
            <p:nvPr/>
          </p:nvSpPr>
          <p:spPr>
            <a:xfrm>
              <a:off x="1180792" y="255911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9" name="object 1379" descr=""/>
            <p:cNvSpPr/>
            <p:nvPr/>
          </p:nvSpPr>
          <p:spPr>
            <a:xfrm>
              <a:off x="1186888" y="255911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0" name="object 1380" descr=""/>
            <p:cNvSpPr/>
            <p:nvPr/>
          </p:nvSpPr>
          <p:spPr>
            <a:xfrm>
              <a:off x="1200604" y="2559112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1" name="object 1381" descr=""/>
            <p:cNvSpPr/>
            <p:nvPr/>
          </p:nvSpPr>
          <p:spPr>
            <a:xfrm>
              <a:off x="1216606" y="255911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2954"/>
                  </a:lnTo>
                  <a:lnTo>
                    <a:pt x="11430" y="17526"/>
                  </a:lnTo>
                  <a:lnTo>
                    <a:pt x="10668" y="19050"/>
                  </a:lnTo>
                  <a:lnTo>
                    <a:pt x="9144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1524" y="3810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2" name="object 1382" descr=""/>
            <p:cNvSpPr/>
            <p:nvPr/>
          </p:nvSpPr>
          <p:spPr>
            <a:xfrm>
              <a:off x="1236418" y="255911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3" name="object 1383" descr=""/>
            <p:cNvSpPr/>
            <p:nvPr/>
          </p:nvSpPr>
          <p:spPr>
            <a:xfrm>
              <a:off x="1267660" y="2565970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4" name="object 1384" descr=""/>
            <p:cNvSpPr/>
            <p:nvPr/>
          </p:nvSpPr>
          <p:spPr>
            <a:xfrm>
              <a:off x="1257754" y="2558350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4" h="15239">
                  <a:moveTo>
                    <a:pt x="5334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5" name="object 1385" descr=""/>
            <p:cNvSpPr/>
            <p:nvPr/>
          </p:nvSpPr>
          <p:spPr>
            <a:xfrm>
              <a:off x="1026106" y="2546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6" name="object 1386" descr=""/>
            <p:cNvSpPr/>
            <p:nvPr/>
          </p:nvSpPr>
          <p:spPr>
            <a:xfrm>
              <a:off x="1046680" y="2565970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40" h="1905">
                  <a:moveTo>
                    <a:pt x="762" y="0"/>
                  </a:moveTo>
                  <a:lnTo>
                    <a:pt x="2286" y="761"/>
                  </a:lnTo>
                  <a:lnTo>
                    <a:pt x="762" y="1524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7" name="object 1387" descr=""/>
            <p:cNvSpPr/>
            <p:nvPr/>
          </p:nvSpPr>
          <p:spPr>
            <a:xfrm>
              <a:off x="1056585" y="256749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8" name="object 1388" descr=""/>
            <p:cNvSpPr/>
            <p:nvPr/>
          </p:nvSpPr>
          <p:spPr>
            <a:xfrm>
              <a:off x="1056585" y="254615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9" name="object 1389" descr=""/>
            <p:cNvSpPr/>
            <p:nvPr/>
          </p:nvSpPr>
          <p:spPr>
            <a:xfrm>
              <a:off x="1087827" y="255301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0" name="object 1390" descr=""/>
            <p:cNvSpPr/>
            <p:nvPr/>
          </p:nvSpPr>
          <p:spPr>
            <a:xfrm>
              <a:off x="1077922" y="2553016"/>
              <a:ext cx="10160" cy="14604"/>
            </a:xfrm>
            <a:custGeom>
              <a:avLst/>
              <a:gdLst/>
              <a:ahLst/>
              <a:cxnLst/>
              <a:rect l="l" t="t" r="r" b="b"/>
              <a:pathLst>
                <a:path w="10159" h="14605">
                  <a:moveTo>
                    <a:pt x="0" y="0"/>
                  </a:moveTo>
                  <a:lnTo>
                    <a:pt x="0" y="11430"/>
                  </a:lnTo>
                  <a:lnTo>
                    <a:pt x="1524" y="13716"/>
                  </a:lnTo>
                  <a:lnTo>
                    <a:pt x="3810" y="14478"/>
                  </a:lnTo>
                  <a:lnTo>
                    <a:pt x="6858" y="14478"/>
                  </a:lnTo>
                  <a:lnTo>
                    <a:pt x="9906" y="1295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1" name="object 1391" descr=""/>
            <p:cNvSpPr/>
            <p:nvPr/>
          </p:nvSpPr>
          <p:spPr>
            <a:xfrm>
              <a:off x="1097734" y="255606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685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2" name="object 1392" descr=""/>
            <p:cNvSpPr/>
            <p:nvPr/>
          </p:nvSpPr>
          <p:spPr>
            <a:xfrm>
              <a:off x="1097734" y="254615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3" name="object 1393" descr=""/>
            <p:cNvSpPr/>
            <p:nvPr/>
          </p:nvSpPr>
          <p:spPr>
            <a:xfrm>
              <a:off x="927046" y="276104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12191" y="1524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1524"/>
                  </a:lnTo>
                  <a:lnTo>
                    <a:pt x="1523" y="3048"/>
                  </a:lnTo>
                  <a:lnTo>
                    <a:pt x="761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764"/>
                  </a:lnTo>
                  <a:lnTo>
                    <a:pt x="2578" y="21932"/>
                  </a:lnTo>
                  <a:lnTo>
                    <a:pt x="7823" y="22085"/>
                  </a:lnTo>
                  <a:lnTo>
                    <a:pt x="12191" y="20574"/>
                  </a:lnTo>
                  <a:lnTo>
                    <a:pt x="12953" y="19812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4" name="object 1394" descr=""/>
            <p:cNvSpPr/>
            <p:nvPr/>
          </p:nvSpPr>
          <p:spPr>
            <a:xfrm>
              <a:off x="949144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5" name="object 1395" descr=""/>
            <p:cNvSpPr/>
            <p:nvPr/>
          </p:nvSpPr>
          <p:spPr>
            <a:xfrm>
              <a:off x="972004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9906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6" name="object 1396" descr=""/>
            <p:cNvSpPr/>
            <p:nvPr/>
          </p:nvSpPr>
          <p:spPr>
            <a:xfrm>
              <a:off x="639010" y="2546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7" name="object 1397" descr=""/>
            <p:cNvSpPr/>
            <p:nvPr/>
          </p:nvSpPr>
          <p:spPr>
            <a:xfrm>
              <a:off x="659584" y="2565970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40" h="1905">
                  <a:moveTo>
                    <a:pt x="762" y="0"/>
                  </a:moveTo>
                  <a:lnTo>
                    <a:pt x="2286" y="761"/>
                  </a:lnTo>
                  <a:lnTo>
                    <a:pt x="762" y="1524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8" name="object 1398" descr=""/>
            <p:cNvSpPr/>
            <p:nvPr/>
          </p:nvSpPr>
          <p:spPr>
            <a:xfrm>
              <a:off x="669490" y="256749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9" name="object 1399" descr=""/>
            <p:cNvSpPr/>
            <p:nvPr/>
          </p:nvSpPr>
          <p:spPr>
            <a:xfrm>
              <a:off x="669490" y="254615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0" name="object 1400" descr=""/>
            <p:cNvSpPr/>
            <p:nvPr/>
          </p:nvSpPr>
          <p:spPr>
            <a:xfrm>
              <a:off x="700732" y="255301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1" name="object 1401" descr=""/>
            <p:cNvSpPr/>
            <p:nvPr/>
          </p:nvSpPr>
          <p:spPr>
            <a:xfrm>
              <a:off x="690826" y="2553016"/>
              <a:ext cx="10160" cy="14604"/>
            </a:xfrm>
            <a:custGeom>
              <a:avLst/>
              <a:gdLst/>
              <a:ahLst/>
              <a:cxnLst/>
              <a:rect l="l" t="t" r="r" b="b"/>
              <a:pathLst>
                <a:path w="10159" h="14605">
                  <a:moveTo>
                    <a:pt x="0" y="0"/>
                  </a:moveTo>
                  <a:lnTo>
                    <a:pt x="0" y="11430"/>
                  </a:lnTo>
                  <a:lnTo>
                    <a:pt x="1524" y="13716"/>
                  </a:lnTo>
                  <a:lnTo>
                    <a:pt x="3810" y="14478"/>
                  </a:lnTo>
                  <a:lnTo>
                    <a:pt x="6858" y="14478"/>
                  </a:lnTo>
                  <a:lnTo>
                    <a:pt x="9906" y="1295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2" name="object 1402" descr=""/>
            <p:cNvSpPr/>
            <p:nvPr/>
          </p:nvSpPr>
          <p:spPr>
            <a:xfrm>
              <a:off x="710638" y="255606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685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3" name="object 1403" descr=""/>
            <p:cNvSpPr/>
            <p:nvPr/>
          </p:nvSpPr>
          <p:spPr>
            <a:xfrm>
              <a:off x="710638" y="254615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4" name="object 1404" descr=""/>
            <p:cNvSpPr/>
            <p:nvPr/>
          </p:nvSpPr>
          <p:spPr>
            <a:xfrm>
              <a:off x="832558" y="2546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5" name="object 1405" descr=""/>
            <p:cNvSpPr/>
            <p:nvPr/>
          </p:nvSpPr>
          <p:spPr>
            <a:xfrm>
              <a:off x="853132" y="2565970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40" h="1905">
                  <a:moveTo>
                    <a:pt x="762" y="0"/>
                  </a:moveTo>
                  <a:lnTo>
                    <a:pt x="2286" y="761"/>
                  </a:lnTo>
                  <a:lnTo>
                    <a:pt x="762" y="1524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6" name="object 1406" descr=""/>
            <p:cNvSpPr/>
            <p:nvPr/>
          </p:nvSpPr>
          <p:spPr>
            <a:xfrm>
              <a:off x="863038" y="256749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7" name="object 1407" descr=""/>
            <p:cNvSpPr/>
            <p:nvPr/>
          </p:nvSpPr>
          <p:spPr>
            <a:xfrm>
              <a:off x="863038" y="254615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8" name="object 1408" descr=""/>
            <p:cNvSpPr/>
            <p:nvPr/>
          </p:nvSpPr>
          <p:spPr>
            <a:xfrm>
              <a:off x="894280" y="255301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9" name="object 1409" descr=""/>
            <p:cNvSpPr/>
            <p:nvPr/>
          </p:nvSpPr>
          <p:spPr>
            <a:xfrm>
              <a:off x="884374" y="2553016"/>
              <a:ext cx="10160" cy="14604"/>
            </a:xfrm>
            <a:custGeom>
              <a:avLst/>
              <a:gdLst/>
              <a:ahLst/>
              <a:cxnLst/>
              <a:rect l="l" t="t" r="r" b="b"/>
              <a:pathLst>
                <a:path w="10159" h="14605">
                  <a:moveTo>
                    <a:pt x="0" y="0"/>
                  </a:moveTo>
                  <a:lnTo>
                    <a:pt x="0" y="11430"/>
                  </a:lnTo>
                  <a:lnTo>
                    <a:pt x="1524" y="13716"/>
                  </a:lnTo>
                  <a:lnTo>
                    <a:pt x="3810" y="14478"/>
                  </a:lnTo>
                  <a:lnTo>
                    <a:pt x="6858" y="14478"/>
                  </a:lnTo>
                  <a:lnTo>
                    <a:pt x="9906" y="1295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0" name="object 1410" descr=""/>
            <p:cNvSpPr/>
            <p:nvPr/>
          </p:nvSpPr>
          <p:spPr>
            <a:xfrm>
              <a:off x="904185" y="255606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685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1" name="object 1411" descr=""/>
            <p:cNvSpPr/>
            <p:nvPr/>
          </p:nvSpPr>
          <p:spPr>
            <a:xfrm>
              <a:off x="904185" y="254615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2" name="object 1412" descr=""/>
            <p:cNvSpPr/>
            <p:nvPr/>
          </p:nvSpPr>
          <p:spPr>
            <a:xfrm>
              <a:off x="1413963" y="2546158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89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3" name="object 1413" descr=""/>
            <p:cNvSpPr/>
            <p:nvPr/>
          </p:nvSpPr>
          <p:spPr>
            <a:xfrm>
              <a:off x="1431490" y="254615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6"/>
                  </a:moveTo>
                  <a:lnTo>
                    <a:pt x="0" y="0"/>
                  </a:lnTo>
                  <a:lnTo>
                    <a:pt x="7620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4" name="object 1414" descr=""/>
            <p:cNvSpPr/>
            <p:nvPr/>
          </p:nvSpPr>
          <p:spPr>
            <a:xfrm>
              <a:off x="1455112" y="256749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5" name="object 1415" descr=""/>
            <p:cNvSpPr/>
            <p:nvPr/>
          </p:nvSpPr>
          <p:spPr>
            <a:xfrm>
              <a:off x="1455112" y="254615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6" name="object 1416" descr=""/>
            <p:cNvSpPr/>
            <p:nvPr/>
          </p:nvSpPr>
          <p:spPr>
            <a:xfrm>
              <a:off x="1474924" y="2546158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7" name="object 1417" descr=""/>
            <p:cNvSpPr/>
            <p:nvPr/>
          </p:nvSpPr>
          <p:spPr>
            <a:xfrm>
              <a:off x="1494735" y="254615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8" name="object 1418" descr=""/>
            <p:cNvSpPr/>
            <p:nvPr/>
          </p:nvSpPr>
          <p:spPr>
            <a:xfrm>
              <a:off x="1516834" y="2546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1" y="0"/>
                  </a:moveTo>
                  <a:lnTo>
                    <a:pt x="12191" y="12954"/>
                  </a:lnTo>
                  <a:lnTo>
                    <a:pt x="9905" y="19812"/>
                  </a:lnTo>
                  <a:lnTo>
                    <a:pt x="9143" y="20574"/>
                  </a:lnTo>
                  <a:lnTo>
                    <a:pt x="6857" y="21336"/>
                  </a:lnTo>
                  <a:lnTo>
                    <a:pt x="4571" y="21336"/>
                  </a:lnTo>
                  <a:lnTo>
                    <a:pt x="1523" y="19812"/>
                  </a:lnTo>
                  <a:lnTo>
                    <a:pt x="761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1" y="3810"/>
                  </a:lnTo>
                  <a:lnTo>
                    <a:pt x="1523" y="2286"/>
                  </a:lnTo>
                  <a:lnTo>
                    <a:pt x="3047" y="762"/>
                  </a:lnTo>
                  <a:lnTo>
                    <a:pt x="457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9" name="object 1419" descr=""/>
            <p:cNvSpPr/>
            <p:nvPr/>
          </p:nvSpPr>
          <p:spPr>
            <a:xfrm>
              <a:off x="1537408" y="2546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1" y="0"/>
                  </a:moveTo>
                  <a:lnTo>
                    <a:pt x="12191" y="12954"/>
                  </a:lnTo>
                  <a:lnTo>
                    <a:pt x="9905" y="19812"/>
                  </a:lnTo>
                  <a:lnTo>
                    <a:pt x="9143" y="20574"/>
                  </a:lnTo>
                  <a:lnTo>
                    <a:pt x="6857" y="21336"/>
                  </a:lnTo>
                  <a:lnTo>
                    <a:pt x="4571" y="21336"/>
                  </a:lnTo>
                  <a:lnTo>
                    <a:pt x="1523" y="19812"/>
                  </a:lnTo>
                  <a:lnTo>
                    <a:pt x="761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1" y="3810"/>
                  </a:lnTo>
                  <a:lnTo>
                    <a:pt x="1523" y="2286"/>
                  </a:lnTo>
                  <a:lnTo>
                    <a:pt x="3047" y="762"/>
                  </a:lnTo>
                  <a:lnTo>
                    <a:pt x="457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0" name="object 1420" descr=""/>
            <p:cNvSpPr/>
            <p:nvPr/>
          </p:nvSpPr>
          <p:spPr>
            <a:xfrm>
              <a:off x="472132" y="291191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1" name="object 1421" descr=""/>
            <p:cNvSpPr/>
            <p:nvPr/>
          </p:nvSpPr>
          <p:spPr>
            <a:xfrm>
              <a:off x="491944" y="2911918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5" h="21589">
                  <a:moveTo>
                    <a:pt x="0" y="0"/>
                  </a:moveTo>
                  <a:lnTo>
                    <a:pt x="4572" y="21336"/>
                  </a:lnTo>
                  <a:lnTo>
                    <a:pt x="9144" y="6095"/>
                  </a:lnTo>
                  <a:lnTo>
                    <a:pt x="12954" y="21336"/>
                  </a:lnTo>
                  <a:lnTo>
                    <a:pt x="1828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2" name="object 1422" descr=""/>
            <p:cNvSpPr/>
            <p:nvPr/>
          </p:nvSpPr>
          <p:spPr>
            <a:xfrm>
              <a:off x="523186" y="2923348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3" name="object 1423" descr=""/>
            <p:cNvSpPr/>
            <p:nvPr/>
          </p:nvSpPr>
          <p:spPr>
            <a:xfrm>
              <a:off x="518614" y="291191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0667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0667" y="9144"/>
                  </a:lnTo>
                  <a:lnTo>
                    <a:pt x="9906" y="9906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4" name="object 1424" descr=""/>
            <p:cNvSpPr/>
            <p:nvPr/>
          </p:nvSpPr>
          <p:spPr>
            <a:xfrm>
              <a:off x="534616" y="293554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5" name="object 1425" descr=""/>
            <p:cNvSpPr/>
            <p:nvPr/>
          </p:nvSpPr>
          <p:spPr>
            <a:xfrm>
              <a:off x="555952" y="292182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762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6" name="object 1426" descr=""/>
            <p:cNvSpPr/>
            <p:nvPr/>
          </p:nvSpPr>
          <p:spPr>
            <a:xfrm>
              <a:off x="555952" y="2911918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0" y="21336"/>
                  </a:moveTo>
                  <a:lnTo>
                    <a:pt x="0" y="0"/>
                  </a:lnTo>
                  <a:lnTo>
                    <a:pt x="10667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7" name="object 1427" descr=""/>
            <p:cNvSpPr/>
            <p:nvPr/>
          </p:nvSpPr>
          <p:spPr>
            <a:xfrm>
              <a:off x="574240" y="2911918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8" name="object 1428" descr=""/>
            <p:cNvSpPr/>
            <p:nvPr/>
          </p:nvSpPr>
          <p:spPr>
            <a:xfrm>
              <a:off x="591004" y="2927158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59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9" name="object 1429" descr=""/>
            <p:cNvSpPr/>
            <p:nvPr/>
          </p:nvSpPr>
          <p:spPr>
            <a:xfrm>
              <a:off x="588718" y="291191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7619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0" name="object 1430" descr=""/>
            <p:cNvSpPr/>
            <p:nvPr/>
          </p:nvSpPr>
          <p:spPr>
            <a:xfrm>
              <a:off x="609663" y="2911918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70" h="20955">
                  <a:moveTo>
                    <a:pt x="11820" y="762"/>
                  </a:moveTo>
                  <a:lnTo>
                    <a:pt x="10296" y="0"/>
                  </a:lnTo>
                  <a:lnTo>
                    <a:pt x="1660" y="3449"/>
                  </a:lnTo>
                  <a:lnTo>
                    <a:pt x="0" y="12825"/>
                  </a:lnTo>
                  <a:lnTo>
                    <a:pt x="4249" y="20550"/>
                  </a:lnTo>
                  <a:lnTo>
                    <a:pt x="13344" y="19050"/>
                  </a:lnTo>
                  <a:lnTo>
                    <a:pt x="13344" y="12192"/>
                  </a:lnTo>
                  <a:lnTo>
                    <a:pt x="8772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1" name="object 1431" descr=""/>
            <p:cNvSpPr/>
            <p:nvPr/>
          </p:nvSpPr>
          <p:spPr>
            <a:xfrm>
              <a:off x="754967" y="3084130"/>
              <a:ext cx="13335" cy="20955"/>
            </a:xfrm>
            <a:custGeom>
              <a:avLst/>
              <a:gdLst/>
              <a:ahLst/>
              <a:cxnLst/>
              <a:rect l="l" t="t" r="r" b="b"/>
              <a:pathLst>
                <a:path w="13334" h="20955">
                  <a:moveTo>
                    <a:pt x="12058" y="762"/>
                  </a:moveTo>
                  <a:lnTo>
                    <a:pt x="9772" y="0"/>
                  </a:lnTo>
                  <a:lnTo>
                    <a:pt x="1351" y="3540"/>
                  </a:lnTo>
                  <a:lnTo>
                    <a:pt x="0" y="12849"/>
                  </a:lnTo>
                  <a:lnTo>
                    <a:pt x="4296" y="20495"/>
                  </a:lnTo>
                  <a:lnTo>
                    <a:pt x="12820" y="19050"/>
                  </a:lnTo>
                  <a:lnTo>
                    <a:pt x="12820" y="12192"/>
                  </a:lnTo>
                  <a:lnTo>
                    <a:pt x="9010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2" name="object 1432" descr=""/>
            <p:cNvSpPr/>
            <p:nvPr/>
          </p:nvSpPr>
          <p:spPr>
            <a:xfrm>
              <a:off x="777694" y="30841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3" name="object 1433" descr=""/>
            <p:cNvSpPr/>
            <p:nvPr/>
          </p:nvSpPr>
          <p:spPr>
            <a:xfrm>
              <a:off x="799792" y="30841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002"/>
                  </a:lnTo>
                  <a:lnTo>
                    <a:pt x="10668" y="18288"/>
                  </a:lnTo>
                  <a:lnTo>
                    <a:pt x="8382" y="19812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4" name="object 1434" descr=""/>
            <p:cNvSpPr/>
            <p:nvPr/>
          </p:nvSpPr>
          <p:spPr>
            <a:xfrm>
              <a:off x="733498" y="276104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12192" y="1524"/>
                  </a:moveTo>
                  <a:lnTo>
                    <a:pt x="9906" y="0"/>
                  </a:lnTo>
                  <a:lnTo>
                    <a:pt x="6858" y="0"/>
                  </a:lnTo>
                  <a:lnTo>
                    <a:pt x="3810" y="1524"/>
                  </a:lnTo>
                  <a:lnTo>
                    <a:pt x="1524" y="3048"/>
                  </a:lnTo>
                  <a:lnTo>
                    <a:pt x="762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2" y="16764"/>
                  </a:lnTo>
                  <a:lnTo>
                    <a:pt x="2578" y="21932"/>
                  </a:lnTo>
                  <a:lnTo>
                    <a:pt x="7835" y="22085"/>
                  </a:lnTo>
                  <a:lnTo>
                    <a:pt x="12192" y="20574"/>
                  </a:lnTo>
                  <a:lnTo>
                    <a:pt x="12954" y="19812"/>
                  </a:lnTo>
                  <a:lnTo>
                    <a:pt x="12954" y="12192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5" name="object 1435" descr=""/>
            <p:cNvSpPr/>
            <p:nvPr/>
          </p:nvSpPr>
          <p:spPr>
            <a:xfrm>
              <a:off x="755596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6" name="object 1436" descr=""/>
            <p:cNvSpPr/>
            <p:nvPr/>
          </p:nvSpPr>
          <p:spPr>
            <a:xfrm>
              <a:off x="778456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9906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7" name="object 1437" descr=""/>
            <p:cNvSpPr/>
            <p:nvPr/>
          </p:nvSpPr>
          <p:spPr>
            <a:xfrm>
              <a:off x="508708" y="309708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8" name="object 1438" descr=""/>
            <p:cNvSpPr/>
            <p:nvPr/>
          </p:nvSpPr>
          <p:spPr>
            <a:xfrm>
              <a:off x="534616" y="310546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9" name="object 1439" descr=""/>
            <p:cNvSpPr/>
            <p:nvPr/>
          </p:nvSpPr>
          <p:spPr>
            <a:xfrm>
              <a:off x="534616" y="308413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2285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0" name="object 1440" descr=""/>
            <p:cNvSpPr/>
            <p:nvPr/>
          </p:nvSpPr>
          <p:spPr>
            <a:xfrm>
              <a:off x="554428" y="3082237"/>
              <a:ext cx="15875" cy="23495"/>
            </a:xfrm>
            <a:custGeom>
              <a:avLst/>
              <a:gdLst/>
              <a:ahLst/>
              <a:cxnLst/>
              <a:rect l="l" t="t" r="r" b="b"/>
              <a:pathLst>
                <a:path w="15875" h="23494">
                  <a:moveTo>
                    <a:pt x="762" y="3416"/>
                  </a:moveTo>
                  <a:lnTo>
                    <a:pt x="1524" y="2654"/>
                  </a:lnTo>
                  <a:lnTo>
                    <a:pt x="9461" y="0"/>
                  </a:lnTo>
                  <a:lnTo>
                    <a:pt x="15405" y="2184"/>
                  </a:lnTo>
                  <a:lnTo>
                    <a:pt x="12192" y="11036"/>
                  </a:lnTo>
                  <a:lnTo>
                    <a:pt x="0" y="23228"/>
                  </a:lnTo>
                  <a:lnTo>
                    <a:pt x="12954" y="2322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1" name="object 1441" descr=""/>
            <p:cNvSpPr/>
            <p:nvPr/>
          </p:nvSpPr>
          <p:spPr>
            <a:xfrm>
              <a:off x="573478" y="308413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2" name="object 1442" descr=""/>
            <p:cNvSpPr/>
            <p:nvPr/>
          </p:nvSpPr>
          <p:spPr>
            <a:xfrm>
              <a:off x="539950" y="276104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12192" y="1524"/>
                  </a:moveTo>
                  <a:lnTo>
                    <a:pt x="9906" y="0"/>
                  </a:lnTo>
                  <a:lnTo>
                    <a:pt x="6858" y="0"/>
                  </a:lnTo>
                  <a:lnTo>
                    <a:pt x="3810" y="1524"/>
                  </a:lnTo>
                  <a:lnTo>
                    <a:pt x="1524" y="3048"/>
                  </a:lnTo>
                  <a:lnTo>
                    <a:pt x="762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2" y="16764"/>
                  </a:lnTo>
                  <a:lnTo>
                    <a:pt x="2578" y="21932"/>
                  </a:lnTo>
                  <a:lnTo>
                    <a:pt x="7835" y="22085"/>
                  </a:lnTo>
                  <a:lnTo>
                    <a:pt x="12192" y="20574"/>
                  </a:lnTo>
                  <a:lnTo>
                    <a:pt x="12954" y="19812"/>
                  </a:lnTo>
                  <a:lnTo>
                    <a:pt x="12954" y="12192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3" name="object 1443" descr=""/>
            <p:cNvSpPr/>
            <p:nvPr/>
          </p:nvSpPr>
          <p:spPr>
            <a:xfrm>
              <a:off x="562048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4" name="object 1444" descr=""/>
            <p:cNvSpPr/>
            <p:nvPr/>
          </p:nvSpPr>
          <p:spPr>
            <a:xfrm>
              <a:off x="584908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9906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5" name="object 1445" descr=""/>
            <p:cNvSpPr/>
            <p:nvPr/>
          </p:nvSpPr>
          <p:spPr>
            <a:xfrm>
              <a:off x="709114" y="291191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0667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0667" y="9144"/>
                  </a:lnTo>
                  <a:lnTo>
                    <a:pt x="9906" y="9906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6" name="object 1446" descr=""/>
            <p:cNvSpPr/>
            <p:nvPr/>
          </p:nvSpPr>
          <p:spPr>
            <a:xfrm>
              <a:off x="728164" y="2911918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5" h="21589">
                  <a:moveTo>
                    <a:pt x="0" y="0"/>
                  </a:moveTo>
                  <a:lnTo>
                    <a:pt x="5334" y="21336"/>
                  </a:lnTo>
                  <a:lnTo>
                    <a:pt x="9144" y="6095"/>
                  </a:lnTo>
                  <a:lnTo>
                    <a:pt x="13716" y="21336"/>
                  </a:lnTo>
                  <a:lnTo>
                    <a:pt x="1828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7" name="object 1447" descr=""/>
            <p:cNvSpPr/>
            <p:nvPr/>
          </p:nvSpPr>
          <p:spPr>
            <a:xfrm>
              <a:off x="760168" y="2923348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4" h="10160">
                  <a:moveTo>
                    <a:pt x="6857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8" name="object 1448" descr=""/>
            <p:cNvSpPr/>
            <p:nvPr/>
          </p:nvSpPr>
          <p:spPr>
            <a:xfrm>
              <a:off x="754834" y="291191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9" name="object 1449" descr=""/>
            <p:cNvSpPr/>
            <p:nvPr/>
          </p:nvSpPr>
          <p:spPr>
            <a:xfrm>
              <a:off x="771598" y="293554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0" name="object 1450" descr=""/>
            <p:cNvSpPr/>
            <p:nvPr/>
          </p:nvSpPr>
          <p:spPr>
            <a:xfrm>
              <a:off x="792934" y="292182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685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1" name="object 1451" descr=""/>
            <p:cNvSpPr/>
            <p:nvPr/>
          </p:nvSpPr>
          <p:spPr>
            <a:xfrm>
              <a:off x="792934" y="291191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2" name="object 1452" descr=""/>
            <p:cNvSpPr/>
            <p:nvPr/>
          </p:nvSpPr>
          <p:spPr>
            <a:xfrm>
              <a:off x="811222" y="291191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3" name="object 1453" descr=""/>
            <p:cNvSpPr/>
            <p:nvPr/>
          </p:nvSpPr>
          <p:spPr>
            <a:xfrm>
              <a:off x="827224" y="2927158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4" h="0">
                  <a:moveTo>
                    <a:pt x="0" y="0"/>
                  </a:moveTo>
                  <a:lnTo>
                    <a:pt x="1066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4" name="object 1454" descr=""/>
            <p:cNvSpPr/>
            <p:nvPr/>
          </p:nvSpPr>
          <p:spPr>
            <a:xfrm>
              <a:off x="825700" y="291191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6"/>
                  </a:moveTo>
                  <a:lnTo>
                    <a:pt x="6857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5" name="object 1455" descr=""/>
            <p:cNvSpPr/>
            <p:nvPr/>
          </p:nvSpPr>
          <p:spPr>
            <a:xfrm>
              <a:off x="846274" y="2911918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12191" y="762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762"/>
                  </a:lnTo>
                  <a:lnTo>
                    <a:pt x="1523" y="3048"/>
                  </a:lnTo>
                  <a:lnTo>
                    <a:pt x="761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002"/>
                  </a:lnTo>
                  <a:lnTo>
                    <a:pt x="1523" y="18288"/>
                  </a:lnTo>
                  <a:lnTo>
                    <a:pt x="3809" y="20574"/>
                  </a:lnTo>
                  <a:lnTo>
                    <a:pt x="6857" y="21336"/>
                  </a:lnTo>
                  <a:lnTo>
                    <a:pt x="9143" y="21336"/>
                  </a:lnTo>
                  <a:lnTo>
                    <a:pt x="12191" y="20574"/>
                  </a:lnTo>
                  <a:lnTo>
                    <a:pt x="12953" y="19050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6" name="object 1456" descr=""/>
            <p:cNvSpPr/>
            <p:nvPr/>
          </p:nvSpPr>
          <p:spPr>
            <a:xfrm>
              <a:off x="1347670" y="277475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7" name="object 1457" descr=""/>
            <p:cNvSpPr/>
            <p:nvPr/>
          </p:nvSpPr>
          <p:spPr>
            <a:xfrm>
              <a:off x="1373577" y="278237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8" name="object 1458" descr=""/>
            <p:cNvSpPr/>
            <p:nvPr/>
          </p:nvSpPr>
          <p:spPr>
            <a:xfrm>
              <a:off x="1373577" y="276104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9" name="object 1459" descr=""/>
            <p:cNvSpPr/>
            <p:nvPr/>
          </p:nvSpPr>
          <p:spPr>
            <a:xfrm>
              <a:off x="1392627" y="276104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1524" y="2286"/>
                  </a:moveTo>
                  <a:lnTo>
                    <a:pt x="2286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0" name="object 1460" descr=""/>
            <p:cNvSpPr/>
            <p:nvPr/>
          </p:nvSpPr>
          <p:spPr>
            <a:xfrm>
              <a:off x="1412440" y="276104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6858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1" name="object 1461" descr=""/>
            <p:cNvSpPr/>
            <p:nvPr/>
          </p:nvSpPr>
          <p:spPr>
            <a:xfrm>
              <a:off x="1111449" y="277475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2" name="object 1462" descr=""/>
            <p:cNvSpPr/>
            <p:nvPr/>
          </p:nvSpPr>
          <p:spPr>
            <a:xfrm>
              <a:off x="1136596" y="278237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3" name="object 1463" descr=""/>
            <p:cNvSpPr/>
            <p:nvPr/>
          </p:nvSpPr>
          <p:spPr>
            <a:xfrm>
              <a:off x="1136596" y="276104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4" name="object 1464" descr=""/>
            <p:cNvSpPr/>
            <p:nvPr/>
          </p:nvSpPr>
          <p:spPr>
            <a:xfrm>
              <a:off x="1156408" y="276104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5" name="object 1465" descr=""/>
            <p:cNvSpPr/>
            <p:nvPr/>
          </p:nvSpPr>
          <p:spPr>
            <a:xfrm>
              <a:off x="1175458" y="276104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6" name="object 1466" descr=""/>
            <p:cNvSpPr/>
            <p:nvPr/>
          </p:nvSpPr>
          <p:spPr>
            <a:xfrm>
              <a:off x="811984" y="65335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4571" y="0"/>
                  </a:lnTo>
                  <a:lnTo>
                    <a:pt x="7619" y="1524"/>
                  </a:lnTo>
                  <a:lnTo>
                    <a:pt x="9905" y="3048"/>
                  </a:lnTo>
                  <a:lnTo>
                    <a:pt x="12191" y="9906"/>
                  </a:lnTo>
                  <a:lnTo>
                    <a:pt x="12192" y="12954"/>
                  </a:lnTo>
                  <a:lnTo>
                    <a:pt x="10668" y="16764"/>
                  </a:lnTo>
                  <a:lnTo>
                    <a:pt x="9906" y="19050"/>
                  </a:lnTo>
                  <a:lnTo>
                    <a:pt x="7620" y="20574"/>
                  </a:lnTo>
                  <a:lnTo>
                    <a:pt x="4572" y="22098"/>
                  </a:lnTo>
                  <a:lnTo>
                    <a:pt x="0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7" name="object 1467" descr=""/>
            <p:cNvSpPr/>
            <p:nvPr/>
          </p:nvSpPr>
          <p:spPr>
            <a:xfrm>
              <a:off x="833320" y="65335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22098"/>
                  </a:moveTo>
                  <a:lnTo>
                    <a:pt x="0" y="0"/>
                  </a:lnTo>
                  <a:lnTo>
                    <a:pt x="6858" y="16002"/>
                  </a:lnTo>
                  <a:lnTo>
                    <a:pt x="14478" y="0"/>
                  </a:lnTo>
                  <a:lnTo>
                    <a:pt x="14478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8" name="object 1468" descr=""/>
            <p:cNvSpPr/>
            <p:nvPr/>
          </p:nvSpPr>
          <p:spPr>
            <a:xfrm>
              <a:off x="857704" y="65335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22098"/>
                  </a:moveTo>
                  <a:lnTo>
                    <a:pt x="0" y="0"/>
                  </a:lnTo>
                  <a:lnTo>
                    <a:pt x="6858" y="16002"/>
                  </a:lnTo>
                  <a:lnTo>
                    <a:pt x="14478" y="0"/>
                  </a:lnTo>
                  <a:lnTo>
                    <a:pt x="14478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9" name="object 1469" descr=""/>
            <p:cNvSpPr/>
            <p:nvPr/>
          </p:nvSpPr>
          <p:spPr>
            <a:xfrm>
              <a:off x="879040" y="65335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0" name="object 1470" descr=""/>
            <p:cNvSpPr/>
            <p:nvPr/>
          </p:nvSpPr>
          <p:spPr>
            <a:xfrm>
              <a:off x="885135" y="653350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1" name="object 1471" descr=""/>
            <p:cNvSpPr/>
            <p:nvPr/>
          </p:nvSpPr>
          <p:spPr>
            <a:xfrm>
              <a:off x="898090" y="65335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10668" y="0"/>
                  </a:moveTo>
                  <a:lnTo>
                    <a:pt x="762" y="0"/>
                  </a:lnTo>
                  <a:lnTo>
                    <a:pt x="0" y="10668"/>
                  </a:lnTo>
                  <a:lnTo>
                    <a:pt x="762" y="9906"/>
                  </a:lnTo>
                  <a:lnTo>
                    <a:pt x="9277" y="9072"/>
                  </a:lnTo>
                  <a:lnTo>
                    <a:pt x="12115" y="15240"/>
                  </a:lnTo>
                  <a:lnTo>
                    <a:pt x="9277" y="21407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2" name="object 1472" descr=""/>
            <p:cNvSpPr/>
            <p:nvPr/>
          </p:nvSpPr>
          <p:spPr>
            <a:xfrm>
              <a:off x="928570" y="660970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3" name="object 1473" descr=""/>
            <p:cNvSpPr/>
            <p:nvPr/>
          </p:nvSpPr>
          <p:spPr>
            <a:xfrm>
              <a:off x="917902" y="652588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40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4" name="object 1474" descr=""/>
            <p:cNvSpPr/>
            <p:nvPr/>
          </p:nvSpPr>
          <p:spPr>
            <a:xfrm>
              <a:off x="938476" y="65335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7620" y="0"/>
                  </a:lnTo>
                  <a:lnTo>
                    <a:pt x="9144" y="1523"/>
                  </a:lnTo>
                  <a:lnTo>
                    <a:pt x="10668" y="2285"/>
                  </a:lnTo>
                  <a:lnTo>
                    <a:pt x="11430" y="4571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1430" y="17526"/>
                  </a:lnTo>
                  <a:lnTo>
                    <a:pt x="10668" y="19812"/>
                  </a:lnTo>
                  <a:lnTo>
                    <a:pt x="9144" y="20574"/>
                  </a:lnTo>
                  <a:lnTo>
                    <a:pt x="7620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1524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4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5" name="object 1475" descr=""/>
            <p:cNvSpPr/>
            <p:nvPr/>
          </p:nvSpPr>
          <p:spPr>
            <a:xfrm>
              <a:off x="959049" y="67544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6" name="object 1476" descr=""/>
            <p:cNvSpPr/>
            <p:nvPr/>
          </p:nvSpPr>
          <p:spPr>
            <a:xfrm>
              <a:off x="959049" y="65335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8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85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7" name="object 1477" descr=""/>
            <p:cNvSpPr/>
            <p:nvPr/>
          </p:nvSpPr>
          <p:spPr>
            <a:xfrm>
              <a:off x="1219654" y="114865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8" name="object 1478" descr=""/>
            <p:cNvSpPr/>
            <p:nvPr/>
          </p:nvSpPr>
          <p:spPr>
            <a:xfrm>
              <a:off x="1219654" y="1126552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8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9" name="object 1479" descr=""/>
            <p:cNvSpPr/>
            <p:nvPr/>
          </p:nvSpPr>
          <p:spPr>
            <a:xfrm>
              <a:off x="1240990" y="112655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0" y="22098"/>
                  </a:moveTo>
                  <a:lnTo>
                    <a:pt x="0" y="0"/>
                  </a:lnTo>
                  <a:lnTo>
                    <a:pt x="12954" y="22098"/>
                  </a:lnTo>
                  <a:lnTo>
                    <a:pt x="1295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0" name="object 1480" descr=""/>
            <p:cNvSpPr/>
            <p:nvPr/>
          </p:nvSpPr>
          <p:spPr>
            <a:xfrm>
              <a:off x="1272994" y="113417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1" name="object 1481" descr=""/>
            <p:cNvSpPr/>
            <p:nvPr/>
          </p:nvSpPr>
          <p:spPr>
            <a:xfrm>
              <a:off x="1263088" y="1125790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4" h="15240">
                  <a:moveTo>
                    <a:pt x="4571" y="0"/>
                  </a:moveTo>
                  <a:lnTo>
                    <a:pt x="0" y="15240"/>
                  </a:lnTo>
                  <a:lnTo>
                    <a:pt x="12953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2" name="object 1482" descr=""/>
            <p:cNvSpPr/>
            <p:nvPr/>
          </p:nvSpPr>
          <p:spPr>
            <a:xfrm>
              <a:off x="1282899" y="1148650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4" h="0">
                  <a:moveTo>
                    <a:pt x="129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3" name="object 1483" descr=""/>
            <p:cNvSpPr/>
            <p:nvPr/>
          </p:nvSpPr>
          <p:spPr>
            <a:xfrm>
              <a:off x="1282899" y="1126552"/>
              <a:ext cx="6985" cy="22225"/>
            </a:xfrm>
            <a:custGeom>
              <a:avLst/>
              <a:gdLst/>
              <a:ahLst/>
              <a:cxnLst/>
              <a:rect l="l" t="t" r="r" b="b"/>
              <a:pathLst>
                <a:path w="6984" h="22225">
                  <a:moveTo>
                    <a:pt x="6858" y="22098"/>
                  </a:moveTo>
                  <a:lnTo>
                    <a:pt x="6858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4" name="object 1484" descr=""/>
            <p:cNvSpPr/>
            <p:nvPr/>
          </p:nvSpPr>
          <p:spPr>
            <a:xfrm>
              <a:off x="1314142" y="113417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5" name="object 1485" descr=""/>
            <p:cNvSpPr/>
            <p:nvPr/>
          </p:nvSpPr>
          <p:spPr>
            <a:xfrm>
              <a:off x="1303474" y="1125790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40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6" name="object 1486" descr=""/>
            <p:cNvSpPr/>
            <p:nvPr/>
          </p:nvSpPr>
          <p:spPr>
            <a:xfrm>
              <a:off x="1324048" y="112655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4571" y="9144"/>
                  </a:moveTo>
                  <a:lnTo>
                    <a:pt x="2285" y="8382"/>
                  </a:lnTo>
                  <a:lnTo>
                    <a:pt x="1523" y="7620"/>
                  </a:lnTo>
                  <a:lnTo>
                    <a:pt x="0" y="5334"/>
                  </a:lnTo>
                  <a:lnTo>
                    <a:pt x="0" y="4572"/>
                  </a:lnTo>
                  <a:lnTo>
                    <a:pt x="1523" y="2286"/>
                  </a:lnTo>
                  <a:lnTo>
                    <a:pt x="2285" y="1524"/>
                  </a:lnTo>
                  <a:lnTo>
                    <a:pt x="4571" y="0"/>
                  </a:lnTo>
                  <a:lnTo>
                    <a:pt x="8381" y="0"/>
                  </a:lnTo>
                  <a:lnTo>
                    <a:pt x="10667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5334"/>
                  </a:lnTo>
                  <a:lnTo>
                    <a:pt x="11429" y="7620"/>
                  </a:lnTo>
                  <a:lnTo>
                    <a:pt x="10667" y="8382"/>
                  </a:lnTo>
                  <a:lnTo>
                    <a:pt x="8381" y="9144"/>
                  </a:lnTo>
                  <a:lnTo>
                    <a:pt x="4571" y="9144"/>
                  </a:lnTo>
                  <a:lnTo>
                    <a:pt x="2285" y="10668"/>
                  </a:lnTo>
                  <a:lnTo>
                    <a:pt x="1523" y="11430"/>
                  </a:lnTo>
                  <a:lnTo>
                    <a:pt x="0" y="13716"/>
                  </a:lnTo>
                  <a:lnTo>
                    <a:pt x="0" y="17526"/>
                  </a:lnTo>
                  <a:lnTo>
                    <a:pt x="1523" y="19812"/>
                  </a:lnTo>
                  <a:lnTo>
                    <a:pt x="2285" y="20574"/>
                  </a:lnTo>
                  <a:lnTo>
                    <a:pt x="4571" y="22098"/>
                  </a:lnTo>
                  <a:lnTo>
                    <a:pt x="8381" y="22098"/>
                  </a:lnTo>
                  <a:lnTo>
                    <a:pt x="10667" y="20574"/>
                  </a:lnTo>
                  <a:lnTo>
                    <a:pt x="11429" y="19812"/>
                  </a:lnTo>
                  <a:lnTo>
                    <a:pt x="12191" y="17526"/>
                  </a:lnTo>
                  <a:lnTo>
                    <a:pt x="12191" y="13716"/>
                  </a:lnTo>
                  <a:lnTo>
                    <a:pt x="11429" y="11430"/>
                  </a:lnTo>
                  <a:lnTo>
                    <a:pt x="10667" y="10668"/>
                  </a:lnTo>
                  <a:lnTo>
                    <a:pt x="8381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7" name="object 1487" descr=""/>
            <p:cNvSpPr/>
            <p:nvPr/>
          </p:nvSpPr>
          <p:spPr>
            <a:xfrm>
              <a:off x="1132785" y="974545"/>
              <a:ext cx="15875" cy="23495"/>
            </a:xfrm>
            <a:custGeom>
              <a:avLst/>
              <a:gdLst/>
              <a:ahLst/>
              <a:cxnLst/>
              <a:rect l="l" t="t" r="r" b="b"/>
              <a:pathLst>
                <a:path w="15875" h="23494">
                  <a:moveTo>
                    <a:pt x="762" y="3416"/>
                  </a:moveTo>
                  <a:lnTo>
                    <a:pt x="1524" y="2654"/>
                  </a:lnTo>
                  <a:lnTo>
                    <a:pt x="9461" y="0"/>
                  </a:lnTo>
                  <a:lnTo>
                    <a:pt x="15405" y="2184"/>
                  </a:lnTo>
                  <a:lnTo>
                    <a:pt x="12192" y="11036"/>
                  </a:lnTo>
                  <a:lnTo>
                    <a:pt x="0" y="23228"/>
                  </a:lnTo>
                  <a:lnTo>
                    <a:pt x="12954" y="2322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8" name="object 1488" descr=""/>
            <p:cNvSpPr/>
            <p:nvPr/>
          </p:nvSpPr>
          <p:spPr>
            <a:xfrm>
              <a:off x="1153360" y="974545"/>
              <a:ext cx="15875" cy="23495"/>
            </a:xfrm>
            <a:custGeom>
              <a:avLst/>
              <a:gdLst/>
              <a:ahLst/>
              <a:cxnLst/>
              <a:rect l="l" t="t" r="r" b="b"/>
              <a:pathLst>
                <a:path w="15875" h="23494">
                  <a:moveTo>
                    <a:pt x="762" y="3416"/>
                  </a:moveTo>
                  <a:lnTo>
                    <a:pt x="1524" y="2654"/>
                  </a:lnTo>
                  <a:lnTo>
                    <a:pt x="9461" y="0"/>
                  </a:lnTo>
                  <a:lnTo>
                    <a:pt x="15405" y="2184"/>
                  </a:lnTo>
                  <a:lnTo>
                    <a:pt x="12192" y="11036"/>
                  </a:lnTo>
                  <a:lnTo>
                    <a:pt x="0" y="23228"/>
                  </a:lnTo>
                  <a:lnTo>
                    <a:pt x="12954" y="2322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9" name="object 1489" descr=""/>
            <p:cNvSpPr/>
            <p:nvPr/>
          </p:nvSpPr>
          <p:spPr>
            <a:xfrm>
              <a:off x="1175458" y="97643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0" name="object 1490" descr=""/>
            <p:cNvSpPr/>
            <p:nvPr/>
          </p:nvSpPr>
          <p:spPr>
            <a:xfrm>
              <a:off x="1177744" y="989392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90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1" name="object 1491" descr=""/>
            <p:cNvSpPr/>
            <p:nvPr/>
          </p:nvSpPr>
          <p:spPr>
            <a:xfrm>
              <a:off x="1175458" y="983296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90">
                  <a:moveTo>
                    <a:pt x="8381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2" name="object 1492" descr=""/>
            <p:cNvSpPr/>
            <p:nvPr/>
          </p:nvSpPr>
          <p:spPr>
            <a:xfrm>
              <a:off x="1199080" y="82556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4571" y="0"/>
                  </a:lnTo>
                  <a:lnTo>
                    <a:pt x="7619" y="1524"/>
                  </a:lnTo>
                  <a:lnTo>
                    <a:pt x="9905" y="3048"/>
                  </a:lnTo>
                  <a:lnTo>
                    <a:pt x="10667" y="5334"/>
                  </a:lnTo>
                  <a:lnTo>
                    <a:pt x="12191" y="9144"/>
                  </a:lnTo>
                  <a:lnTo>
                    <a:pt x="4572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3" name="object 1493" descr=""/>
            <p:cNvSpPr/>
            <p:nvPr/>
          </p:nvSpPr>
          <p:spPr>
            <a:xfrm>
              <a:off x="1220416" y="82556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90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4" name="object 1494" descr=""/>
            <p:cNvSpPr/>
            <p:nvPr/>
          </p:nvSpPr>
          <p:spPr>
            <a:xfrm>
              <a:off x="1244799" y="82556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90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5" name="object 1495" descr=""/>
            <p:cNvSpPr/>
            <p:nvPr/>
          </p:nvSpPr>
          <p:spPr>
            <a:xfrm>
              <a:off x="1266135" y="82556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6" name="object 1496" descr=""/>
            <p:cNvSpPr/>
            <p:nvPr/>
          </p:nvSpPr>
          <p:spPr>
            <a:xfrm>
              <a:off x="1272232" y="825562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7" name="object 1497" descr=""/>
            <p:cNvSpPr/>
            <p:nvPr/>
          </p:nvSpPr>
          <p:spPr>
            <a:xfrm>
              <a:off x="1284424" y="82556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90">
                  <a:moveTo>
                    <a:pt x="11430" y="0"/>
                  </a:moveTo>
                  <a:lnTo>
                    <a:pt x="1524" y="0"/>
                  </a:lnTo>
                  <a:lnTo>
                    <a:pt x="0" y="10668"/>
                  </a:lnTo>
                  <a:lnTo>
                    <a:pt x="1524" y="9144"/>
                  </a:lnTo>
                  <a:lnTo>
                    <a:pt x="3810" y="8382"/>
                  </a:lnTo>
                  <a:lnTo>
                    <a:pt x="8382" y="8382"/>
                  </a:lnTo>
                  <a:lnTo>
                    <a:pt x="10668" y="9144"/>
                  </a:lnTo>
                  <a:lnTo>
                    <a:pt x="11430" y="10668"/>
                  </a:lnTo>
                  <a:lnTo>
                    <a:pt x="12954" y="12192"/>
                  </a:lnTo>
                  <a:lnTo>
                    <a:pt x="12954" y="17526"/>
                  </a:lnTo>
                  <a:lnTo>
                    <a:pt x="11430" y="19812"/>
                  </a:lnTo>
                  <a:lnTo>
                    <a:pt x="10668" y="20574"/>
                  </a:lnTo>
                  <a:lnTo>
                    <a:pt x="8382" y="21336"/>
                  </a:lnTo>
                  <a:lnTo>
                    <a:pt x="3810" y="21336"/>
                  </a:lnTo>
                  <a:lnTo>
                    <a:pt x="1524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8" name="object 1498" descr=""/>
            <p:cNvSpPr/>
            <p:nvPr/>
          </p:nvSpPr>
          <p:spPr>
            <a:xfrm>
              <a:off x="1315666" y="833182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69">
                  <a:moveTo>
                    <a:pt x="0" y="0"/>
                  </a:move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9" name="object 1499" descr=""/>
            <p:cNvSpPr/>
            <p:nvPr/>
          </p:nvSpPr>
          <p:spPr>
            <a:xfrm>
              <a:off x="1304998" y="824800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40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0" name="object 1500" descr=""/>
            <p:cNvSpPr/>
            <p:nvPr/>
          </p:nvSpPr>
          <p:spPr>
            <a:xfrm>
              <a:off x="1325572" y="82556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5334" y="0"/>
                  </a:moveTo>
                  <a:lnTo>
                    <a:pt x="7620" y="0"/>
                  </a:lnTo>
                  <a:lnTo>
                    <a:pt x="9144" y="1523"/>
                  </a:lnTo>
                  <a:lnTo>
                    <a:pt x="10668" y="2285"/>
                  </a:lnTo>
                  <a:lnTo>
                    <a:pt x="11430" y="4571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1430" y="17526"/>
                  </a:lnTo>
                  <a:lnTo>
                    <a:pt x="10668" y="19812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1524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4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1" name="object 1501" descr=""/>
            <p:cNvSpPr/>
            <p:nvPr/>
          </p:nvSpPr>
          <p:spPr>
            <a:xfrm>
              <a:off x="1346146" y="84689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2" name="object 1502" descr=""/>
            <p:cNvSpPr/>
            <p:nvPr/>
          </p:nvSpPr>
          <p:spPr>
            <a:xfrm>
              <a:off x="1346146" y="82556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3" name="object 1503" descr=""/>
            <p:cNvSpPr/>
            <p:nvPr/>
          </p:nvSpPr>
          <p:spPr>
            <a:xfrm>
              <a:off x="1352242" y="140620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4" name="object 1504" descr=""/>
            <p:cNvSpPr/>
            <p:nvPr/>
          </p:nvSpPr>
          <p:spPr>
            <a:xfrm>
              <a:off x="1352242" y="138487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5" name="object 1505" descr=""/>
            <p:cNvSpPr/>
            <p:nvPr/>
          </p:nvSpPr>
          <p:spPr>
            <a:xfrm>
              <a:off x="1372816" y="138487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4571" y="0"/>
                  </a:moveTo>
                  <a:lnTo>
                    <a:pt x="12191" y="12954"/>
                  </a:lnTo>
                  <a:lnTo>
                    <a:pt x="9905" y="19812"/>
                  </a:lnTo>
                  <a:lnTo>
                    <a:pt x="9143" y="20574"/>
                  </a:lnTo>
                  <a:lnTo>
                    <a:pt x="6857" y="21336"/>
                  </a:lnTo>
                  <a:lnTo>
                    <a:pt x="4571" y="21336"/>
                  </a:lnTo>
                  <a:lnTo>
                    <a:pt x="1523" y="19812"/>
                  </a:lnTo>
                  <a:lnTo>
                    <a:pt x="761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1" y="3810"/>
                  </a:lnTo>
                  <a:lnTo>
                    <a:pt x="1523" y="2286"/>
                  </a:lnTo>
                  <a:lnTo>
                    <a:pt x="3047" y="762"/>
                  </a:lnTo>
                  <a:lnTo>
                    <a:pt x="457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6" name="object 1506" descr=""/>
            <p:cNvSpPr/>
            <p:nvPr/>
          </p:nvSpPr>
          <p:spPr>
            <a:xfrm>
              <a:off x="1392627" y="138487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90">
                  <a:moveTo>
                    <a:pt x="5334" y="0"/>
                  </a:moveTo>
                  <a:lnTo>
                    <a:pt x="7620" y="0"/>
                  </a:lnTo>
                  <a:lnTo>
                    <a:pt x="9906" y="761"/>
                  </a:lnTo>
                  <a:lnTo>
                    <a:pt x="11430" y="3809"/>
                  </a:lnTo>
                  <a:lnTo>
                    <a:pt x="12954" y="8382"/>
                  </a:lnTo>
                  <a:lnTo>
                    <a:pt x="12954" y="12954"/>
                  </a:lnTo>
                  <a:lnTo>
                    <a:pt x="10668" y="19812"/>
                  </a:lnTo>
                  <a:lnTo>
                    <a:pt x="9906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2286" y="19812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1524" y="3810"/>
                  </a:lnTo>
                  <a:lnTo>
                    <a:pt x="2286" y="2286"/>
                  </a:lnTo>
                  <a:lnTo>
                    <a:pt x="3810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7" name="object 1507" descr=""/>
            <p:cNvSpPr/>
            <p:nvPr/>
          </p:nvSpPr>
          <p:spPr>
            <a:xfrm>
              <a:off x="1414726" y="138487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8" name="object 1508" descr=""/>
            <p:cNvSpPr/>
            <p:nvPr/>
          </p:nvSpPr>
          <p:spPr>
            <a:xfrm>
              <a:off x="1416249" y="1397824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90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9" name="object 1509" descr=""/>
            <p:cNvSpPr/>
            <p:nvPr/>
          </p:nvSpPr>
          <p:spPr>
            <a:xfrm>
              <a:off x="1414726" y="1391728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19" h="8890">
                  <a:moveTo>
                    <a:pt x="7619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0" name="object 1510" descr=""/>
            <p:cNvSpPr/>
            <p:nvPr/>
          </p:nvSpPr>
          <p:spPr>
            <a:xfrm>
              <a:off x="1625038" y="132010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1" name="object 1511" descr=""/>
            <p:cNvSpPr/>
            <p:nvPr/>
          </p:nvSpPr>
          <p:spPr>
            <a:xfrm>
              <a:off x="1625038" y="129876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2" name="object 1512" descr=""/>
            <p:cNvSpPr/>
            <p:nvPr/>
          </p:nvSpPr>
          <p:spPr>
            <a:xfrm>
              <a:off x="1647136" y="129876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3716" y="0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3" name="object 1513" descr=""/>
            <p:cNvSpPr/>
            <p:nvPr/>
          </p:nvSpPr>
          <p:spPr>
            <a:xfrm>
              <a:off x="1605988" y="230155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4" name="object 1514" descr=""/>
            <p:cNvSpPr/>
            <p:nvPr/>
          </p:nvSpPr>
          <p:spPr>
            <a:xfrm>
              <a:off x="1614370" y="229317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67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5" name="object 1515" descr=""/>
            <p:cNvSpPr/>
            <p:nvPr/>
          </p:nvSpPr>
          <p:spPr>
            <a:xfrm>
              <a:off x="1631134" y="230993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6" name="object 1516" descr=""/>
            <p:cNvSpPr/>
            <p:nvPr/>
          </p:nvSpPr>
          <p:spPr>
            <a:xfrm>
              <a:off x="1631134" y="228784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5" y="22098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7" name="object 1517" descr=""/>
            <p:cNvSpPr/>
            <p:nvPr/>
          </p:nvSpPr>
          <p:spPr>
            <a:xfrm>
              <a:off x="1650945" y="2287840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8" name="object 1518" descr=""/>
            <p:cNvSpPr/>
            <p:nvPr/>
          </p:nvSpPr>
          <p:spPr>
            <a:xfrm>
              <a:off x="1669995" y="228784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0"/>
                  </a:moveTo>
                  <a:lnTo>
                    <a:pt x="7620" y="2209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9" name="object 1519" descr=""/>
            <p:cNvSpPr/>
            <p:nvPr/>
          </p:nvSpPr>
          <p:spPr>
            <a:xfrm>
              <a:off x="1443081" y="1750630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69" h="20955">
                  <a:moveTo>
                    <a:pt x="12030" y="762"/>
                  </a:moveTo>
                  <a:lnTo>
                    <a:pt x="10506" y="0"/>
                  </a:lnTo>
                  <a:lnTo>
                    <a:pt x="1645" y="3369"/>
                  </a:lnTo>
                  <a:lnTo>
                    <a:pt x="0" y="12773"/>
                  </a:lnTo>
                  <a:lnTo>
                    <a:pt x="4369" y="20552"/>
                  </a:lnTo>
                  <a:lnTo>
                    <a:pt x="13554" y="19050"/>
                  </a:lnTo>
                  <a:lnTo>
                    <a:pt x="13554" y="12192"/>
                  </a:lnTo>
                  <a:lnTo>
                    <a:pt x="8982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0" name="object 1520" descr=""/>
            <p:cNvSpPr/>
            <p:nvPr/>
          </p:nvSpPr>
          <p:spPr>
            <a:xfrm>
              <a:off x="1465780" y="17506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1" name="object 1521" descr=""/>
            <p:cNvSpPr/>
            <p:nvPr/>
          </p:nvSpPr>
          <p:spPr>
            <a:xfrm>
              <a:off x="1487877" y="17506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002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2" name="object 1522" descr=""/>
            <p:cNvSpPr/>
            <p:nvPr/>
          </p:nvSpPr>
          <p:spPr>
            <a:xfrm>
              <a:off x="1347670" y="230155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3" name="object 1523" descr=""/>
            <p:cNvSpPr/>
            <p:nvPr/>
          </p:nvSpPr>
          <p:spPr>
            <a:xfrm>
              <a:off x="1356052" y="229317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67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4" name="object 1524" descr=""/>
            <p:cNvSpPr/>
            <p:nvPr/>
          </p:nvSpPr>
          <p:spPr>
            <a:xfrm>
              <a:off x="1373577" y="230993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5" name="object 1525" descr=""/>
            <p:cNvSpPr/>
            <p:nvPr/>
          </p:nvSpPr>
          <p:spPr>
            <a:xfrm>
              <a:off x="1373577" y="228784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8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6" name="object 1526" descr=""/>
            <p:cNvSpPr/>
            <p:nvPr/>
          </p:nvSpPr>
          <p:spPr>
            <a:xfrm>
              <a:off x="1392627" y="2287840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524" y="2286"/>
                  </a:moveTo>
                  <a:lnTo>
                    <a:pt x="2286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7" name="object 1527" descr=""/>
            <p:cNvSpPr/>
            <p:nvPr/>
          </p:nvSpPr>
          <p:spPr>
            <a:xfrm>
              <a:off x="1412440" y="228784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0"/>
                  </a:moveTo>
                  <a:lnTo>
                    <a:pt x="6858" y="2209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8" name="object 1528" descr=""/>
            <p:cNvSpPr/>
            <p:nvPr/>
          </p:nvSpPr>
          <p:spPr>
            <a:xfrm>
              <a:off x="1111449" y="230155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9" name="object 1529" descr=""/>
            <p:cNvSpPr/>
            <p:nvPr/>
          </p:nvSpPr>
          <p:spPr>
            <a:xfrm>
              <a:off x="1119070" y="229317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67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0" name="object 1530" descr=""/>
            <p:cNvSpPr/>
            <p:nvPr/>
          </p:nvSpPr>
          <p:spPr>
            <a:xfrm>
              <a:off x="1136596" y="230993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1" name="object 1531" descr=""/>
            <p:cNvSpPr/>
            <p:nvPr/>
          </p:nvSpPr>
          <p:spPr>
            <a:xfrm>
              <a:off x="1136596" y="228784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8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2" name="object 1532" descr=""/>
            <p:cNvSpPr/>
            <p:nvPr/>
          </p:nvSpPr>
          <p:spPr>
            <a:xfrm>
              <a:off x="1156408" y="2287840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3" name="object 1533" descr=""/>
            <p:cNvSpPr/>
            <p:nvPr/>
          </p:nvSpPr>
          <p:spPr>
            <a:xfrm>
              <a:off x="1175458" y="228784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0"/>
                  </a:moveTo>
                  <a:lnTo>
                    <a:pt x="7620" y="2209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4" name="object 1534" descr=""/>
            <p:cNvSpPr/>
            <p:nvPr/>
          </p:nvSpPr>
          <p:spPr>
            <a:xfrm>
              <a:off x="862033" y="93300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2434" y="1524"/>
                  </a:moveTo>
                  <a:lnTo>
                    <a:pt x="10910" y="0"/>
                  </a:lnTo>
                  <a:lnTo>
                    <a:pt x="2916" y="2808"/>
                  </a:lnTo>
                  <a:lnTo>
                    <a:pt x="0" y="10434"/>
                  </a:lnTo>
                  <a:lnTo>
                    <a:pt x="2158" y="18368"/>
                  </a:lnTo>
                  <a:lnTo>
                    <a:pt x="9386" y="22098"/>
                  </a:lnTo>
                  <a:lnTo>
                    <a:pt x="13958" y="19812"/>
                  </a:lnTo>
                  <a:lnTo>
                    <a:pt x="13958" y="12192"/>
                  </a:lnTo>
                  <a:lnTo>
                    <a:pt x="9386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5" name="object 1535" descr=""/>
            <p:cNvSpPr/>
            <p:nvPr/>
          </p:nvSpPr>
          <p:spPr>
            <a:xfrm>
              <a:off x="885135" y="93300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12192" y="22098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6" name="object 1536" descr=""/>
            <p:cNvSpPr/>
            <p:nvPr/>
          </p:nvSpPr>
          <p:spPr>
            <a:xfrm>
              <a:off x="907234" y="93300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10668" y="19050"/>
                  </a:lnTo>
                  <a:lnTo>
                    <a:pt x="8382" y="20574"/>
                  </a:lnTo>
                  <a:lnTo>
                    <a:pt x="5334" y="22098"/>
                  </a:lnTo>
                  <a:lnTo>
                    <a:pt x="0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7" name="object 1537" descr=""/>
            <p:cNvSpPr/>
            <p:nvPr/>
          </p:nvSpPr>
          <p:spPr>
            <a:xfrm>
              <a:off x="845512" y="112655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8" name="object 1538" descr=""/>
            <p:cNvSpPr/>
            <p:nvPr/>
          </p:nvSpPr>
          <p:spPr>
            <a:xfrm>
              <a:off x="845512" y="110521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9" name="object 1539" descr=""/>
            <p:cNvSpPr/>
            <p:nvPr/>
          </p:nvSpPr>
          <p:spPr>
            <a:xfrm>
              <a:off x="866085" y="110521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90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13081" y="6184"/>
                  </a:lnTo>
                  <a:lnTo>
                    <a:pt x="14160" y="15481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0" name="object 1540" descr=""/>
            <p:cNvSpPr/>
            <p:nvPr/>
          </p:nvSpPr>
          <p:spPr>
            <a:xfrm>
              <a:off x="886660" y="110521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4571" y="0"/>
                  </a:moveTo>
                  <a:lnTo>
                    <a:pt x="6857" y="0"/>
                  </a:lnTo>
                  <a:lnTo>
                    <a:pt x="9143" y="761"/>
                  </a:lnTo>
                  <a:lnTo>
                    <a:pt x="12814" y="8788"/>
                  </a:lnTo>
                  <a:lnTo>
                    <a:pt x="13817" y="11277"/>
                  </a:lnTo>
                  <a:lnTo>
                    <a:pt x="9905" y="19812"/>
                  </a:lnTo>
                  <a:lnTo>
                    <a:pt x="9143" y="20574"/>
                  </a:lnTo>
                  <a:lnTo>
                    <a:pt x="6857" y="21336"/>
                  </a:lnTo>
                  <a:lnTo>
                    <a:pt x="4571" y="21336"/>
                  </a:lnTo>
                  <a:lnTo>
                    <a:pt x="1523" y="19812"/>
                  </a:lnTo>
                  <a:lnTo>
                    <a:pt x="761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1" y="4572"/>
                  </a:lnTo>
                  <a:lnTo>
                    <a:pt x="1523" y="2286"/>
                  </a:lnTo>
                  <a:lnTo>
                    <a:pt x="3047" y="762"/>
                  </a:lnTo>
                  <a:lnTo>
                    <a:pt x="457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1" name="object 1541" descr=""/>
            <p:cNvSpPr/>
            <p:nvPr/>
          </p:nvSpPr>
          <p:spPr>
            <a:xfrm>
              <a:off x="907996" y="111283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2" name="object 1542" descr=""/>
            <p:cNvSpPr/>
            <p:nvPr/>
          </p:nvSpPr>
          <p:spPr>
            <a:xfrm>
              <a:off x="907996" y="1112836"/>
              <a:ext cx="10160" cy="13970"/>
            </a:xfrm>
            <a:custGeom>
              <a:avLst/>
              <a:gdLst/>
              <a:ahLst/>
              <a:cxnLst/>
              <a:rect l="l" t="t" r="r" b="b"/>
              <a:pathLst>
                <a:path w="10159" h="13969">
                  <a:moveTo>
                    <a:pt x="0" y="762"/>
                  </a:moveTo>
                  <a:lnTo>
                    <a:pt x="2286" y="0"/>
                  </a:lnTo>
                  <a:lnTo>
                    <a:pt x="6096" y="0"/>
                  </a:lnTo>
                  <a:lnTo>
                    <a:pt x="8382" y="762"/>
                  </a:lnTo>
                  <a:lnTo>
                    <a:pt x="9144" y="1524"/>
                  </a:lnTo>
                  <a:lnTo>
                    <a:pt x="9906" y="3810"/>
                  </a:lnTo>
                  <a:lnTo>
                    <a:pt x="9906" y="9906"/>
                  </a:lnTo>
                  <a:lnTo>
                    <a:pt x="9144" y="12192"/>
                  </a:lnTo>
                  <a:lnTo>
                    <a:pt x="8382" y="12954"/>
                  </a:lnTo>
                  <a:lnTo>
                    <a:pt x="6096" y="13716"/>
                  </a:lnTo>
                  <a:lnTo>
                    <a:pt x="2286" y="13716"/>
                  </a:lnTo>
                  <a:lnTo>
                    <a:pt x="0" y="1295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3" name="object 1543" descr=""/>
            <p:cNvSpPr/>
            <p:nvPr/>
          </p:nvSpPr>
          <p:spPr>
            <a:xfrm>
              <a:off x="927046" y="111588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 h="0">
                  <a:moveTo>
                    <a:pt x="761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4" name="object 1544" descr=""/>
            <p:cNvSpPr/>
            <p:nvPr/>
          </p:nvSpPr>
          <p:spPr>
            <a:xfrm>
              <a:off x="927046" y="1105216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336"/>
                  </a:moveTo>
                  <a:lnTo>
                    <a:pt x="0" y="0"/>
                  </a:lnTo>
                  <a:lnTo>
                    <a:pt x="10667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5" name="object 1545" descr=""/>
            <p:cNvSpPr/>
            <p:nvPr/>
          </p:nvSpPr>
          <p:spPr>
            <a:xfrm>
              <a:off x="845512" y="138487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6" name="object 1546" descr=""/>
            <p:cNvSpPr/>
            <p:nvPr/>
          </p:nvSpPr>
          <p:spPr>
            <a:xfrm>
              <a:off x="851608" y="138487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7" name="object 1547" descr=""/>
            <p:cNvSpPr/>
            <p:nvPr/>
          </p:nvSpPr>
          <p:spPr>
            <a:xfrm>
              <a:off x="864562" y="1384870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8" name="object 1548" descr=""/>
            <p:cNvSpPr/>
            <p:nvPr/>
          </p:nvSpPr>
          <p:spPr>
            <a:xfrm>
              <a:off x="881326" y="138487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9" name="object 1549" descr=""/>
            <p:cNvSpPr/>
            <p:nvPr/>
          </p:nvSpPr>
          <p:spPr>
            <a:xfrm>
              <a:off x="901138" y="1384870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0"/>
                  </a:moveTo>
                  <a:lnTo>
                    <a:pt x="13716" y="0"/>
                  </a:lnTo>
                  <a:lnTo>
                    <a:pt x="4572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0" name="object 1550" descr=""/>
            <p:cNvSpPr/>
            <p:nvPr/>
          </p:nvSpPr>
          <p:spPr>
            <a:xfrm>
              <a:off x="932380" y="139172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1" name="object 1551" descr=""/>
            <p:cNvSpPr/>
            <p:nvPr/>
          </p:nvSpPr>
          <p:spPr>
            <a:xfrm>
              <a:off x="922474" y="1384108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4" h="15240">
                  <a:moveTo>
                    <a:pt x="4571" y="0"/>
                  </a:moveTo>
                  <a:lnTo>
                    <a:pt x="0" y="15240"/>
                  </a:lnTo>
                  <a:lnTo>
                    <a:pt x="12953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2" name="object 1552" descr=""/>
            <p:cNvSpPr/>
            <p:nvPr/>
          </p:nvSpPr>
          <p:spPr>
            <a:xfrm>
              <a:off x="668728" y="177196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12192" y="762"/>
                  </a:moveTo>
                  <a:lnTo>
                    <a:pt x="10668" y="0"/>
                  </a:lnTo>
                  <a:lnTo>
                    <a:pt x="7620" y="0"/>
                  </a:lnTo>
                  <a:lnTo>
                    <a:pt x="4572" y="762"/>
                  </a:lnTo>
                  <a:lnTo>
                    <a:pt x="2286" y="3048"/>
                  </a:lnTo>
                  <a:lnTo>
                    <a:pt x="762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2" y="16764"/>
                  </a:lnTo>
                  <a:lnTo>
                    <a:pt x="4572" y="20574"/>
                  </a:lnTo>
                  <a:lnTo>
                    <a:pt x="7620" y="21336"/>
                  </a:lnTo>
                  <a:lnTo>
                    <a:pt x="9144" y="21336"/>
                  </a:lnTo>
                  <a:lnTo>
                    <a:pt x="12192" y="20574"/>
                  </a:lnTo>
                  <a:lnTo>
                    <a:pt x="13716" y="19812"/>
                  </a:lnTo>
                  <a:lnTo>
                    <a:pt x="13716" y="12192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3" name="object 1553" descr=""/>
            <p:cNvSpPr/>
            <p:nvPr/>
          </p:nvSpPr>
          <p:spPr>
            <a:xfrm>
              <a:off x="691588" y="17719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4" name="object 1554" descr=""/>
            <p:cNvSpPr/>
            <p:nvPr/>
          </p:nvSpPr>
          <p:spPr>
            <a:xfrm>
              <a:off x="713686" y="17719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5" name="object 1555" descr=""/>
            <p:cNvSpPr/>
            <p:nvPr/>
          </p:nvSpPr>
          <p:spPr>
            <a:xfrm>
              <a:off x="485848" y="114865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6" name="object 1556" descr=""/>
            <p:cNvSpPr/>
            <p:nvPr/>
          </p:nvSpPr>
          <p:spPr>
            <a:xfrm>
              <a:off x="485848" y="1126552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5" y="22098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1523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7" name="object 1557" descr=""/>
            <p:cNvSpPr/>
            <p:nvPr/>
          </p:nvSpPr>
          <p:spPr>
            <a:xfrm>
              <a:off x="507184" y="1126552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22098"/>
                  </a:moveTo>
                  <a:lnTo>
                    <a:pt x="0" y="0"/>
                  </a:lnTo>
                  <a:lnTo>
                    <a:pt x="6858" y="16002"/>
                  </a:lnTo>
                  <a:lnTo>
                    <a:pt x="14478" y="0"/>
                  </a:lnTo>
                  <a:lnTo>
                    <a:pt x="14478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8" name="object 1558" descr=""/>
            <p:cNvSpPr/>
            <p:nvPr/>
          </p:nvSpPr>
          <p:spPr>
            <a:xfrm>
              <a:off x="469846" y="67544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4" h="0">
                  <a:moveTo>
                    <a:pt x="129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9" name="object 1559" descr=""/>
            <p:cNvSpPr/>
            <p:nvPr/>
          </p:nvSpPr>
          <p:spPr>
            <a:xfrm>
              <a:off x="469846" y="65335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5" y="22098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85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0" name="object 1560" descr=""/>
            <p:cNvSpPr/>
            <p:nvPr/>
          </p:nvSpPr>
          <p:spPr>
            <a:xfrm>
              <a:off x="490420" y="673162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40">
                  <a:moveTo>
                    <a:pt x="1523" y="0"/>
                  </a:moveTo>
                  <a:lnTo>
                    <a:pt x="2285" y="761"/>
                  </a:lnTo>
                  <a:lnTo>
                    <a:pt x="1523" y="2286"/>
                  </a:lnTo>
                  <a:lnTo>
                    <a:pt x="0" y="762"/>
                  </a:lnTo>
                  <a:lnTo>
                    <a:pt x="1523" y="0"/>
                  </a:lnTo>
                  <a:lnTo>
                    <a:pt x="1523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1" name="object 1561" descr=""/>
            <p:cNvSpPr/>
            <p:nvPr/>
          </p:nvSpPr>
          <p:spPr>
            <a:xfrm>
              <a:off x="499564" y="653350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1523" y="2286"/>
                  </a:moveTo>
                  <a:lnTo>
                    <a:pt x="2285" y="1524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11429" y="1524"/>
                  </a:lnTo>
                  <a:lnTo>
                    <a:pt x="12953" y="2286"/>
                  </a:lnTo>
                  <a:lnTo>
                    <a:pt x="13715" y="4572"/>
                  </a:lnTo>
                  <a:lnTo>
                    <a:pt x="13715" y="6858"/>
                  </a:lnTo>
                  <a:lnTo>
                    <a:pt x="12953" y="9906"/>
                  </a:lnTo>
                  <a:lnTo>
                    <a:pt x="0" y="22098"/>
                  </a:lnTo>
                  <a:lnTo>
                    <a:pt x="13715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2" name="object 1562" descr=""/>
            <p:cNvSpPr/>
            <p:nvPr/>
          </p:nvSpPr>
          <p:spPr>
            <a:xfrm>
              <a:off x="522424" y="65335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22098"/>
                  </a:moveTo>
                  <a:lnTo>
                    <a:pt x="0" y="0"/>
                  </a:lnTo>
                  <a:lnTo>
                    <a:pt x="6858" y="16002"/>
                  </a:lnTo>
                  <a:lnTo>
                    <a:pt x="14478" y="0"/>
                  </a:lnTo>
                  <a:lnTo>
                    <a:pt x="14478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3" name="object 1563" descr=""/>
            <p:cNvSpPr/>
            <p:nvPr/>
          </p:nvSpPr>
          <p:spPr>
            <a:xfrm>
              <a:off x="272488" y="88195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4" name="object 1564" descr=""/>
            <p:cNvSpPr/>
            <p:nvPr/>
          </p:nvSpPr>
          <p:spPr>
            <a:xfrm>
              <a:off x="298396" y="89033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5" name="object 1565" descr=""/>
            <p:cNvSpPr/>
            <p:nvPr/>
          </p:nvSpPr>
          <p:spPr>
            <a:xfrm>
              <a:off x="298396" y="86899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6" name="object 1566" descr=""/>
            <p:cNvSpPr/>
            <p:nvPr/>
          </p:nvSpPr>
          <p:spPr>
            <a:xfrm>
              <a:off x="317446" y="86899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1524" y="1524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1524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7" name="object 1567" descr=""/>
            <p:cNvSpPr/>
            <p:nvPr/>
          </p:nvSpPr>
          <p:spPr>
            <a:xfrm>
              <a:off x="337258" y="86899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0" y="0"/>
                  </a:moveTo>
                  <a:lnTo>
                    <a:pt x="6858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8" name="object 1568" descr=""/>
            <p:cNvSpPr/>
            <p:nvPr/>
          </p:nvSpPr>
          <p:spPr>
            <a:xfrm>
              <a:off x="3357063" y="316947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191" y="1524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1524"/>
                  </a:lnTo>
                  <a:lnTo>
                    <a:pt x="2285" y="3048"/>
                  </a:lnTo>
                  <a:lnTo>
                    <a:pt x="761" y="5334"/>
                  </a:lnTo>
                  <a:lnTo>
                    <a:pt x="0" y="9906"/>
                  </a:lnTo>
                  <a:lnTo>
                    <a:pt x="0" y="12954"/>
                  </a:lnTo>
                  <a:lnTo>
                    <a:pt x="761" y="16764"/>
                  </a:lnTo>
                  <a:lnTo>
                    <a:pt x="2285" y="19050"/>
                  </a:lnTo>
                  <a:lnTo>
                    <a:pt x="3809" y="20574"/>
                  </a:lnTo>
                  <a:lnTo>
                    <a:pt x="6857" y="22098"/>
                  </a:lnTo>
                  <a:lnTo>
                    <a:pt x="9143" y="22098"/>
                  </a:lnTo>
                  <a:lnTo>
                    <a:pt x="12191" y="20574"/>
                  </a:lnTo>
                  <a:lnTo>
                    <a:pt x="12953" y="19812"/>
                  </a:lnTo>
                  <a:lnTo>
                    <a:pt x="12953" y="12954"/>
                  </a:lnTo>
                  <a:lnTo>
                    <a:pt x="9143" y="1295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9" name="object 1569" descr=""/>
            <p:cNvSpPr/>
            <p:nvPr/>
          </p:nvSpPr>
          <p:spPr>
            <a:xfrm>
              <a:off x="3379162" y="316947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0" y="22098"/>
                  </a:moveTo>
                  <a:lnTo>
                    <a:pt x="0" y="0"/>
                  </a:lnTo>
                  <a:lnTo>
                    <a:pt x="12954" y="22098"/>
                  </a:lnTo>
                  <a:lnTo>
                    <a:pt x="1295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0" name="object 1570" descr=""/>
            <p:cNvSpPr/>
            <p:nvPr/>
          </p:nvSpPr>
          <p:spPr>
            <a:xfrm>
              <a:off x="3402022" y="316947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954"/>
                  </a:lnTo>
                  <a:lnTo>
                    <a:pt x="11430" y="16764"/>
                  </a:lnTo>
                  <a:lnTo>
                    <a:pt x="9906" y="19050"/>
                  </a:lnTo>
                  <a:lnTo>
                    <a:pt x="8382" y="20574"/>
                  </a:lnTo>
                  <a:lnTo>
                    <a:pt x="5334" y="22098"/>
                  </a:lnTo>
                  <a:lnTo>
                    <a:pt x="0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1" name="object 1571" descr=""/>
            <p:cNvSpPr/>
            <p:nvPr/>
          </p:nvSpPr>
          <p:spPr>
            <a:xfrm>
              <a:off x="4948124" y="4416868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12187" y="1524"/>
                  </a:moveTo>
                  <a:lnTo>
                    <a:pt x="10663" y="0"/>
                  </a:lnTo>
                  <a:lnTo>
                    <a:pt x="3011" y="2641"/>
                  </a:lnTo>
                  <a:lnTo>
                    <a:pt x="0" y="10306"/>
                  </a:lnTo>
                  <a:lnTo>
                    <a:pt x="1938" y="18341"/>
                  </a:lnTo>
                  <a:lnTo>
                    <a:pt x="9139" y="22098"/>
                  </a:lnTo>
                  <a:lnTo>
                    <a:pt x="13711" y="19812"/>
                  </a:lnTo>
                  <a:lnTo>
                    <a:pt x="13711" y="12192"/>
                  </a:lnTo>
                  <a:lnTo>
                    <a:pt x="9139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2" name="object 1572" descr=""/>
            <p:cNvSpPr/>
            <p:nvPr/>
          </p:nvSpPr>
          <p:spPr>
            <a:xfrm>
              <a:off x="4970980" y="4416868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12192" y="22098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3" name="object 1573" descr=""/>
            <p:cNvSpPr/>
            <p:nvPr/>
          </p:nvSpPr>
          <p:spPr>
            <a:xfrm>
              <a:off x="4993077" y="4416868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0" y="22098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1524"/>
                  </a:lnTo>
                  <a:lnTo>
                    <a:pt x="10667" y="3048"/>
                  </a:lnTo>
                  <a:lnTo>
                    <a:pt x="11429" y="5334"/>
                  </a:lnTo>
                  <a:lnTo>
                    <a:pt x="12954" y="9144"/>
                  </a:lnTo>
                  <a:lnTo>
                    <a:pt x="12954" y="12192"/>
                  </a:lnTo>
                  <a:lnTo>
                    <a:pt x="10668" y="19050"/>
                  </a:lnTo>
                  <a:lnTo>
                    <a:pt x="8382" y="20574"/>
                  </a:lnTo>
                  <a:lnTo>
                    <a:pt x="5334" y="22098"/>
                  </a:lnTo>
                  <a:lnTo>
                    <a:pt x="0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4" name="object 1574" descr=""/>
            <p:cNvSpPr/>
            <p:nvPr/>
          </p:nvSpPr>
          <p:spPr>
            <a:xfrm>
              <a:off x="4940500" y="566426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5" name="object 1575" descr=""/>
            <p:cNvSpPr/>
            <p:nvPr/>
          </p:nvSpPr>
          <p:spPr>
            <a:xfrm>
              <a:off x="4940500" y="564292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5"/>
                  </a:moveTo>
                  <a:lnTo>
                    <a:pt x="6096" y="0"/>
                  </a:lnTo>
                  <a:lnTo>
                    <a:pt x="4572" y="3047"/>
                  </a:lnTo>
                  <a:lnTo>
                    <a:pt x="2286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6" name="object 1576" descr=""/>
            <p:cNvSpPr/>
            <p:nvPr/>
          </p:nvSpPr>
          <p:spPr>
            <a:xfrm>
              <a:off x="4961836" y="564292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7" name="object 1577" descr=""/>
            <p:cNvSpPr/>
            <p:nvPr/>
          </p:nvSpPr>
          <p:spPr>
            <a:xfrm>
              <a:off x="4964122" y="565588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8" name="object 1578" descr=""/>
            <p:cNvSpPr/>
            <p:nvPr/>
          </p:nvSpPr>
          <p:spPr>
            <a:xfrm>
              <a:off x="4961836" y="5649784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9" name="object 1579" descr=""/>
            <p:cNvSpPr/>
            <p:nvPr/>
          </p:nvSpPr>
          <p:spPr>
            <a:xfrm>
              <a:off x="5025844" y="42667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0" name="object 1580" descr=""/>
            <p:cNvSpPr/>
            <p:nvPr/>
          </p:nvSpPr>
          <p:spPr>
            <a:xfrm>
              <a:off x="5025844" y="424541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1" name="object 1581" descr=""/>
            <p:cNvSpPr/>
            <p:nvPr/>
          </p:nvSpPr>
          <p:spPr>
            <a:xfrm>
              <a:off x="5046418" y="4264468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762" y="0"/>
                  </a:moveTo>
                  <a:lnTo>
                    <a:pt x="2286" y="761"/>
                  </a:lnTo>
                  <a:lnTo>
                    <a:pt x="762" y="2286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2" name="object 1582" descr=""/>
            <p:cNvSpPr/>
            <p:nvPr/>
          </p:nvSpPr>
          <p:spPr>
            <a:xfrm>
              <a:off x="5057086" y="424541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3810" y="9143"/>
                  </a:moveTo>
                  <a:lnTo>
                    <a:pt x="1524" y="7619"/>
                  </a:lnTo>
                  <a:lnTo>
                    <a:pt x="762" y="6857"/>
                  </a:lnTo>
                  <a:lnTo>
                    <a:pt x="0" y="4571"/>
                  </a:lnTo>
                  <a:lnTo>
                    <a:pt x="0" y="3809"/>
                  </a:lnTo>
                  <a:lnTo>
                    <a:pt x="762" y="1523"/>
                  </a:lnTo>
                  <a:lnTo>
                    <a:pt x="1524" y="761"/>
                  </a:lnTo>
                  <a:lnTo>
                    <a:pt x="3810" y="0"/>
                  </a:lnTo>
                  <a:lnTo>
                    <a:pt x="7620" y="0"/>
                  </a:lnTo>
                  <a:lnTo>
                    <a:pt x="9906" y="761"/>
                  </a:lnTo>
                  <a:lnTo>
                    <a:pt x="10668" y="1523"/>
                  </a:lnTo>
                  <a:lnTo>
                    <a:pt x="12192" y="3809"/>
                  </a:lnTo>
                  <a:lnTo>
                    <a:pt x="12192" y="4571"/>
                  </a:lnTo>
                  <a:lnTo>
                    <a:pt x="10668" y="6857"/>
                  </a:lnTo>
                  <a:lnTo>
                    <a:pt x="9906" y="7619"/>
                  </a:lnTo>
                  <a:lnTo>
                    <a:pt x="7620" y="9143"/>
                  </a:lnTo>
                  <a:lnTo>
                    <a:pt x="3810" y="9143"/>
                  </a:lnTo>
                  <a:lnTo>
                    <a:pt x="1524" y="9905"/>
                  </a:lnTo>
                  <a:lnTo>
                    <a:pt x="762" y="10667"/>
                  </a:lnTo>
                  <a:lnTo>
                    <a:pt x="0" y="12953"/>
                  </a:lnTo>
                  <a:lnTo>
                    <a:pt x="0" y="16763"/>
                  </a:lnTo>
                  <a:lnTo>
                    <a:pt x="762" y="19049"/>
                  </a:lnTo>
                  <a:lnTo>
                    <a:pt x="1524" y="19811"/>
                  </a:lnTo>
                  <a:lnTo>
                    <a:pt x="3810" y="21335"/>
                  </a:lnTo>
                  <a:lnTo>
                    <a:pt x="7620" y="21335"/>
                  </a:lnTo>
                  <a:lnTo>
                    <a:pt x="9906" y="19811"/>
                  </a:lnTo>
                  <a:lnTo>
                    <a:pt x="10668" y="19049"/>
                  </a:lnTo>
                  <a:lnTo>
                    <a:pt x="12192" y="16763"/>
                  </a:lnTo>
                  <a:lnTo>
                    <a:pt x="12192" y="12953"/>
                  </a:lnTo>
                  <a:lnTo>
                    <a:pt x="10668" y="10667"/>
                  </a:lnTo>
                  <a:lnTo>
                    <a:pt x="9906" y="9905"/>
                  </a:lnTo>
                  <a:lnTo>
                    <a:pt x="7620" y="9143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3" name="object 1583" descr=""/>
            <p:cNvSpPr/>
            <p:nvPr/>
          </p:nvSpPr>
          <p:spPr>
            <a:xfrm>
              <a:off x="5078422" y="424541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4" name="object 1584" descr=""/>
            <p:cNvSpPr/>
            <p:nvPr/>
          </p:nvSpPr>
          <p:spPr>
            <a:xfrm>
              <a:off x="5079945" y="4258372"/>
              <a:ext cx="6985" cy="8890"/>
            </a:xfrm>
            <a:custGeom>
              <a:avLst/>
              <a:gdLst/>
              <a:ahLst/>
              <a:cxnLst/>
              <a:rect l="l" t="t" r="r" b="b"/>
              <a:pathLst>
                <a:path w="6985" h="8889">
                  <a:moveTo>
                    <a:pt x="0" y="0"/>
                  </a:moveTo>
                  <a:lnTo>
                    <a:pt x="6858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5" name="object 1585" descr=""/>
            <p:cNvSpPr/>
            <p:nvPr/>
          </p:nvSpPr>
          <p:spPr>
            <a:xfrm>
              <a:off x="5078422" y="4252276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6" name="object 1586" descr=""/>
            <p:cNvSpPr/>
            <p:nvPr/>
          </p:nvSpPr>
          <p:spPr>
            <a:xfrm>
              <a:off x="4830010" y="402977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0" y="0"/>
                  </a:moveTo>
                  <a:lnTo>
                    <a:pt x="13716" y="0"/>
                  </a:lnTo>
                  <a:lnTo>
                    <a:pt x="6096" y="8381"/>
                  </a:lnTo>
                  <a:lnTo>
                    <a:pt x="9144" y="8381"/>
                  </a:lnTo>
                  <a:lnTo>
                    <a:pt x="11430" y="9143"/>
                  </a:lnTo>
                  <a:lnTo>
                    <a:pt x="12192" y="10667"/>
                  </a:lnTo>
                  <a:lnTo>
                    <a:pt x="13716" y="12191"/>
                  </a:lnTo>
                  <a:lnTo>
                    <a:pt x="13716" y="17525"/>
                  </a:lnTo>
                  <a:lnTo>
                    <a:pt x="12192" y="19811"/>
                  </a:lnTo>
                  <a:lnTo>
                    <a:pt x="11430" y="20573"/>
                  </a:lnTo>
                  <a:lnTo>
                    <a:pt x="9144" y="22097"/>
                  </a:lnTo>
                  <a:lnTo>
                    <a:pt x="3048" y="22097"/>
                  </a:lnTo>
                  <a:lnTo>
                    <a:pt x="762" y="20573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7" name="object 1587" descr=""/>
            <p:cNvSpPr/>
            <p:nvPr/>
          </p:nvSpPr>
          <p:spPr>
            <a:xfrm>
              <a:off x="4852869" y="4029772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8" name="object 1588" descr=""/>
            <p:cNvSpPr/>
            <p:nvPr/>
          </p:nvSpPr>
          <p:spPr>
            <a:xfrm>
              <a:off x="4855918" y="4038916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9144" y="129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9" name="object 1589" descr=""/>
            <p:cNvSpPr/>
            <p:nvPr/>
          </p:nvSpPr>
          <p:spPr>
            <a:xfrm>
              <a:off x="4852869" y="4029772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12191" y="0"/>
                  </a:moveTo>
                  <a:lnTo>
                    <a:pt x="0" y="1219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0" name="object 1590" descr=""/>
            <p:cNvSpPr/>
            <p:nvPr/>
          </p:nvSpPr>
          <p:spPr>
            <a:xfrm>
              <a:off x="4426150" y="372878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1" name="object 1591" descr=""/>
            <p:cNvSpPr/>
            <p:nvPr/>
          </p:nvSpPr>
          <p:spPr>
            <a:xfrm>
              <a:off x="4447486" y="3748594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762" y="0"/>
                  </a:moveTo>
                  <a:lnTo>
                    <a:pt x="2286" y="761"/>
                  </a:lnTo>
                  <a:lnTo>
                    <a:pt x="762" y="1524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2" name="object 1592" descr=""/>
            <p:cNvSpPr/>
            <p:nvPr/>
          </p:nvSpPr>
          <p:spPr>
            <a:xfrm>
              <a:off x="4456630" y="372878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1524" y="2286"/>
                  </a:moveTo>
                  <a:lnTo>
                    <a:pt x="2286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3" name="object 1593" descr=""/>
            <p:cNvSpPr/>
            <p:nvPr/>
          </p:nvSpPr>
          <p:spPr>
            <a:xfrm>
              <a:off x="4479489" y="372878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4" name="object 1594" descr=""/>
            <p:cNvSpPr/>
            <p:nvPr/>
          </p:nvSpPr>
          <p:spPr>
            <a:xfrm>
              <a:off x="3393639" y="379355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5" name="object 1595" descr=""/>
            <p:cNvSpPr/>
            <p:nvPr/>
          </p:nvSpPr>
          <p:spPr>
            <a:xfrm>
              <a:off x="3393639" y="377221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6" name="object 1596" descr=""/>
            <p:cNvSpPr/>
            <p:nvPr/>
          </p:nvSpPr>
          <p:spPr>
            <a:xfrm>
              <a:off x="3413451" y="377221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5334" y="0"/>
                  </a:moveTo>
                  <a:lnTo>
                    <a:pt x="7620" y="0"/>
                  </a:lnTo>
                  <a:lnTo>
                    <a:pt x="9906" y="761"/>
                  </a:lnTo>
                  <a:lnTo>
                    <a:pt x="10668" y="1523"/>
                  </a:lnTo>
                  <a:lnTo>
                    <a:pt x="11430" y="3809"/>
                  </a:lnTo>
                  <a:lnTo>
                    <a:pt x="12954" y="7620"/>
                  </a:lnTo>
                  <a:lnTo>
                    <a:pt x="12954" y="12954"/>
                  </a:lnTo>
                  <a:lnTo>
                    <a:pt x="11430" y="17526"/>
                  </a:lnTo>
                  <a:lnTo>
                    <a:pt x="9906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810" y="20574"/>
                  </a:lnTo>
                  <a:lnTo>
                    <a:pt x="2286" y="19050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1524" y="3810"/>
                  </a:lnTo>
                  <a:lnTo>
                    <a:pt x="2286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7" name="object 1597" descr=""/>
            <p:cNvSpPr/>
            <p:nvPr/>
          </p:nvSpPr>
          <p:spPr>
            <a:xfrm>
              <a:off x="3434025" y="377221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2954"/>
                  </a:lnTo>
                  <a:lnTo>
                    <a:pt x="11430" y="17526"/>
                  </a:lnTo>
                  <a:lnTo>
                    <a:pt x="10668" y="19050"/>
                  </a:lnTo>
                  <a:lnTo>
                    <a:pt x="9144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1524" y="3810"/>
                  </a:lnTo>
                  <a:lnTo>
                    <a:pt x="2286" y="1524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8" name="object 1598" descr=""/>
            <p:cNvSpPr/>
            <p:nvPr/>
          </p:nvSpPr>
          <p:spPr>
            <a:xfrm>
              <a:off x="3456124" y="377221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9" name="object 1599" descr=""/>
            <p:cNvSpPr/>
            <p:nvPr/>
          </p:nvSpPr>
          <p:spPr>
            <a:xfrm>
              <a:off x="3457648" y="378517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0" name="object 1600" descr=""/>
            <p:cNvSpPr/>
            <p:nvPr/>
          </p:nvSpPr>
          <p:spPr>
            <a:xfrm>
              <a:off x="3456124" y="3779074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20" h="8889">
                  <a:moveTo>
                    <a:pt x="7620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1" name="object 1601" descr=""/>
            <p:cNvSpPr/>
            <p:nvPr/>
          </p:nvSpPr>
          <p:spPr>
            <a:xfrm>
              <a:off x="3780736" y="379355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2" name="object 1602" descr=""/>
            <p:cNvSpPr/>
            <p:nvPr/>
          </p:nvSpPr>
          <p:spPr>
            <a:xfrm>
              <a:off x="3780736" y="377221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3" name="object 1603" descr=""/>
            <p:cNvSpPr/>
            <p:nvPr/>
          </p:nvSpPr>
          <p:spPr>
            <a:xfrm>
              <a:off x="3799786" y="377221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762" y="1524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1524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4" name="object 1604" descr=""/>
            <p:cNvSpPr/>
            <p:nvPr/>
          </p:nvSpPr>
          <p:spPr>
            <a:xfrm>
              <a:off x="3821122" y="377221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2954"/>
                  </a:lnTo>
                  <a:lnTo>
                    <a:pt x="11430" y="17526"/>
                  </a:lnTo>
                  <a:lnTo>
                    <a:pt x="10668" y="19050"/>
                  </a:lnTo>
                  <a:lnTo>
                    <a:pt x="9144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1524" y="3810"/>
                  </a:lnTo>
                  <a:lnTo>
                    <a:pt x="2286" y="1524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5" name="object 1605" descr=""/>
            <p:cNvSpPr/>
            <p:nvPr/>
          </p:nvSpPr>
          <p:spPr>
            <a:xfrm>
              <a:off x="3843219" y="377221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6" name="object 1606" descr=""/>
            <p:cNvSpPr/>
            <p:nvPr/>
          </p:nvSpPr>
          <p:spPr>
            <a:xfrm>
              <a:off x="3844744" y="378517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7" name="object 1607" descr=""/>
            <p:cNvSpPr/>
            <p:nvPr/>
          </p:nvSpPr>
          <p:spPr>
            <a:xfrm>
              <a:off x="3843219" y="3779074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20" h="8889">
                  <a:moveTo>
                    <a:pt x="7620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8" name="object 1608" descr=""/>
            <p:cNvSpPr/>
            <p:nvPr/>
          </p:nvSpPr>
          <p:spPr>
            <a:xfrm>
              <a:off x="2640783" y="261778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9" name="object 1609" descr=""/>
            <p:cNvSpPr/>
            <p:nvPr/>
          </p:nvSpPr>
          <p:spPr>
            <a:xfrm>
              <a:off x="2630116" y="260940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39">
                  <a:moveTo>
                    <a:pt x="5333" y="0"/>
                  </a:moveTo>
                  <a:lnTo>
                    <a:pt x="0" y="15240"/>
                  </a:lnTo>
                  <a:lnTo>
                    <a:pt x="13715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0" name="object 1610" descr=""/>
            <p:cNvSpPr/>
            <p:nvPr/>
          </p:nvSpPr>
          <p:spPr>
            <a:xfrm>
              <a:off x="2649927" y="261092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1" name="object 1611" descr=""/>
            <p:cNvSpPr/>
            <p:nvPr/>
          </p:nvSpPr>
          <p:spPr>
            <a:xfrm>
              <a:off x="2669613" y="261092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6985" y="0"/>
                  </a:moveTo>
                  <a:lnTo>
                    <a:pt x="9271" y="0"/>
                  </a:lnTo>
                  <a:lnTo>
                    <a:pt x="12319" y="1523"/>
                  </a:lnTo>
                  <a:lnTo>
                    <a:pt x="13081" y="3809"/>
                  </a:lnTo>
                  <a:lnTo>
                    <a:pt x="13843" y="7620"/>
                  </a:lnTo>
                  <a:lnTo>
                    <a:pt x="13843" y="12954"/>
                  </a:lnTo>
                  <a:lnTo>
                    <a:pt x="13081" y="17526"/>
                  </a:lnTo>
                  <a:lnTo>
                    <a:pt x="12319" y="19050"/>
                  </a:lnTo>
                  <a:lnTo>
                    <a:pt x="10795" y="20574"/>
                  </a:lnTo>
                  <a:lnTo>
                    <a:pt x="9271" y="21336"/>
                  </a:lnTo>
                  <a:lnTo>
                    <a:pt x="6985" y="21336"/>
                  </a:lnTo>
                  <a:lnTo>
                    <a:pt x="0" y="19850"/>
                  </a:lnTo>
                  <a:lnTo>
                    <a:pt x="177" y="5969"/>
                  </a:lnTo>
                  <a:lnTo>
                    <a:pt x="3937" y="1524"/>
                  </a:lnTo>
                  <a:lnTo>
                    <a:pt x="4699" y="762"/>
                  </a:lnTo>
                  <a:lnTo>
                    <a:pt x="698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2" name="object 1612" descr=""/>
            <p:cNvSpPr/>
            <p:nvPr/>
          </p:nvSpPr>
          <p:spPr>
            <a:xfrm>
              <a:off x="2692599" y="261778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0"/>
                  </a:move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3" name="object 1613" descr=""/>
            <p:cNvSpPr/>
            <p:nvPr/>
          </p:nvSpPr>
          <p:spPr>
            <a:xfrm>
              <a:off x="2692599" y="2617786"/>
              <a:ext cx="10795" cy="14604"/>
            </a:xfrm>
            <a:custGeom>
              <a:avLst/>
              <a:gdLst/>
              <a:ahLst/>
              <a:cxnLst/>
              <a:rect l="l" t="t" r="r" b="b"/>
              <a:pathLst>
                <a:path w="10794" h="14605">
                  <a:moveTo>
                    <a:pt x="0" y="762"/>
                  </a:moveTo>
                  <a:lnTo>
                    <a:pt x="2286" y="0"/>
                  </a:lnTo>
                  <a:lnTo>
                    <a:pt x="6096" y="0"/>
                  </a:lnTo>
                  <a:lnTo>
                    <a:pt x="8382" y="762"/>
                  </a:lnTo>
                  <a:lnTo>
                    <a:pt x="9144" y="2286"/>
                  </a:lnTo>
                  <a:lnTo>
                    <a:pt x="10668" y="3810"/>
                  </a:lnTo>
                  <a:lnTo>
                    <a:pt x="10668" y="10668"/>
                  </a:lnTo>
                  <a:lnTo>
                    <a:pt x="9144" y="12192"/>
                  </a:lnTo>
                  <a:lnTo>
                    <a:pt x="8382" y="13716"/>
                  </a:lnTo>
                  <a:lnTo>
                    <a:pt x="6096" y="14478"/>
                  </a:lnTo>
                  <a:lnTo>
                    <a:pt x="2286" y="14478"/>
                  </a:ln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4" name="object 1614" descr=""/>
            <p:cNvSpPr/>
            <p:nvPr/>
          </p:nvSpPr>
          <p:spPr>
            <a:xfrm>
              <a:off x="2712411" y="262083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685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5" name="object 1615" descr=""/>
            <p:cNvSpPr/>
            <p:nvPr/>
          </p:nvSpPr>
          <p:spPr>
            <a:xfrm>
              <a:off x="2712411" y="2610928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89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6" name="object 1616" descr=""/>
            <p:cNvSpPr/>
            <p:nvPr/>
          </p:nvSpPr>
          <p:spPr>
            <a:xfrm>
              <a:off x="3098765" y="316947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2172" y="1524"/>
                  </a:moveTo>
                  <a:lnTo>
                    <a:pt x="10648" y="0"/>
                  </a:lnTo>
                  <a:lnTo>
                    <a:pt x="2902" y="2613"/>
                  </a:lnTo>
                  <a:lnTo>
                    <a:pt x="0" y="10258"/>
                  </a:lnTo>
                  <a:lnTo>
                    <a:pt x="2040" y="18298"/>
                  </a:lnTo>
                  <a:lnTo>
                    <a:pt x="9124" y="22098"/>
                  </a:lnTo>
                  <a:lnTo>
                    <a:pt x="13696" y="19812"/>
                  </a:lnTo>
                  <a:lnTo>
                    <a:pt x="13696" y="12954"/>
                  </a:lnTo>
                  <a:lnTo>
                    <a:pt x="9124" y="1295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7" name="object 1617" descr=""/>
            <p:cNvSpPr/>
            <p:nvPr/>
          </p:nvSpPr>
          <p:spPr>
            <a:xfrm>
              <a:off x="3121605" y="316947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12192" y="22098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8" name="object 1618" descr=""/>
            <p:cNvSpPr/>
            <p:nvPr/>
          </p:nvSpPr>
          <p:spPr>
            <a:xfrm>
              <a:off x="3143704" y="316947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954"/>
                  </a:lnTo>
                  <a:lnTo>
                    <a:pt x="11430" y="16764"/>
                  </a:lnTo>
                  <a:lnTo>
                    <a:pt x="10668" y="19050"/>
                  </a:lnTo>
                  <a:lnTo>
                    <a:pt x="8382" y="20574"/>
                  </a:lnTo>
                  <a:lnTo>
                    <a:pt x="5334" y="22098"/>
                  </a:lnTo>
                  <a:lnTo>
                    <a:pt x="0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9" name="object 1619" descr=""/>
            <p:cNvSpPr/>
            <p:nvPr/>
          </p:nvSpPr>
          <p:spPr>
            <a:xfrm>
              <a:off x="1756864" y="381488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762" y="2286"/>
                  </a:moveTo>
                  <a:lnTo>
                    <a:pt x="2286" y="762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0" name="object 1620" descr=""/>
            <p:cNvSpPr/>
            <p:nvPr/>
          </p:nvSpPr>
          <p:spPr>
            <a:xfrm>
              <a:off x="1779724" y="381488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1" name="object 1621" descr=""/>
            <p:cNvSpPr/>
            <p:nvPr/>
          </p:nvSpPr>
          <p:spPr>
            <a:xfrm>
              <a:off x="1781248" y="3828604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0" y="0"/>
                  </a:moveTo>
                  <a:lnTo>
                    <a:pt x="6096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2" name="object 1622" descr=""/>
            <p:cNvSpPr/>
            <p:nvPr/>
          </p:nvSpPr>
          <p:spPr>
            <a:xfrm>
              <a:off x="1779724" y="3822508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20">
                  <a:moveTo>
                    <a:pt x="7619" y="0"/>
                  </a:moveTo>
                  <a:lnTo>
                    <a:pt x="0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3" name="object 1623" descr=""/>
            <p:cNvSpPr/>
            <p:nvPr/>
          </p:nvSpPr>
          <p:spPr>
            <a:xfrm>
              <a:off x="424126" y="256749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1" y="0"/>
                  </a:moveTo>
                  <a:lnTo>
                    <a:pt x="12191" y="13716"/>
                  </a:lnTo>
                  <a:lnTo>
                    <a:pt x="11429" y="17526"/>
                  </a:lnTo>
                  <a:lnTo>
                    <a:pt x="9905" y="19812"/>
                  </a:lnTo>
                  <a:lnTo>
                    <a:pt x="9143" y="20574"/>
                  </a:lnTo>
                  <a:lnTo>
                    <a:pt x="6857" y="21336"/>
                  </a:lnTo>
                  <a:lnTo>
                    <a:pt x="4571" y="21336"/>
                  </a:lnTo>
                  <a:lnTo>
                    <a:pt x="1523" y="19812"/>
                  </a:lnTo>
                  <a:lnTo>
                    <a:pt x="761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1" y="4572"/>
                  </a:lnTo>
                  <a:lnTo>
                    <a:pt x="1523" y="2286"/>
                  </a:lnTo>
                  <a:lnTo>
                    <a:pt x="3047" y="1524"/>
                  </a:lnTo>
                  <a:lnTo>
                    <a:pt x="457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4" name="object 1624" descr=""/>
            <p:cNvSpPr/>
            <p:nvPr/>
          </p:nvSpPr>
          <p:spPr>
            <a:xfrm>
              <a:off x="444700" y="258730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762" y="0"/>
                  </a:moveTo>
                  <a:lnTo>
                    <a:pt x="1524" y="761"/>
                  </a:lnTo>
                  <a:lnTo>
                    <a:pt x="762" y="1524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5" name="object 1625" descr=""/>
            <p:cNvSpPr/>
            <p:nvPr/>
          </p:nvSpPr>
          <p:spPr>
            <a:xfrm>
              <a:off x="454606" y="258883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6" name="object 1626" descr=""/>
            <p:cNvSpPr/>
            <p:nvPr/>
          </p:nvSpPr>
          <p:spPr>
            <a:xfrm>
              <a:off x="454606" y="256749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7" name="object 1627" descr=""/>
            <p:cNvSpPr/>
            <p:nvPr/>
          </p:nvSpPr>
          <p:spPr>
            <a:xfrm>
              <a:off x="485086" y="2575114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69">
                  <a:moveTo>
                    <a:pt x="0" y="0"/>
                  </a:move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8" name="object 1628" descr=""/>
            <p:cNvSpPr/>
            <p:nvPr/>
          </p:nvSpPr>
          <p:spPr>
            <a:xfrm>
              <a:off x="475942" y="2575114"/>
              <a:ext cx="9525" cy="13970"/>
            </a:xfrm>
            <a:custGeom>
              <a:avLst/>
              <a:gdLst/>
              <a:ahLst/>
              <a:cxnLst/>
              <a:rect l="l" t="t" r="r" b="b"/>
              <a:pathLst>
                <a:path w="9525" h="13969">
                  <a:moveTo>
                    <a:pt x="0" y="0"/>
                  </a:moveTo>
                  <a:lnTo>
                    <a:pt x="0" y="10668"/>
                  </a:lnTo>
                  <a:lnTo>
                    <a:pt x="1524" y="12954"/>
                  </a:lnTo>
                  <a:lnTo>
                    <a:pt x="3048" y="13716"/>
                  </a:lnTo>
                  <a:lnTo>
                    <a:pt x="6096" y="13716"/>
                  </a:lnTo>
                  <a:lnTo>
                    <a:pt x="8382" y="12954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9" name="object 1629" descr=""/>
            <p:cNvSpPr/>
            <p:nvPr/>
          </p:nvSpPr>
          <p:spPr>
            <a:xfrm>
              <a:off x="495754" y="2578162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685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0" name="object 1630" descr=""/>
            <p:cNvSpPr/>
            <p:nvPr/>
          </p:nvSpPr>
          <p:spPr>
            <a:xfrm>
              <a:off x="495754" y="256749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0" y="21336"/>
                  </a:moveTo>
                  <a:lnTo>
                    <a:pt x="0" y="0"/>
                  </a:lnTo>
                  <a:lnTo>
                    <a:pt x="9905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1" name="object 1631" descr=""/>
            <p:cNvSpPr/>
            <p:nvPr/>
          </p:nvSpPr>
          <p:spPr>
            <a:xfrm>
              <a:off x="325066" y="276104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192" y="1524"/>
                  </a:moveTo>
                  <a:lnTo>
                    <a:pt x="9906" y="0"/>
                  </a:lnTo>
                  <a:lnTo>
                    <a:pt x="6858" y="0"/>
                  </a:lnTo>
                  <a:lnTo>
                    <a:pt x="3810" y="1524"/>
                  </a:lnTo>
                  <a:lnTo>
                    <a:pt x="1524" y="3048"/>
                  </a:lnTo>
                  <a:lnTo>
                    <a:pt x="762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2" y="16764"/>
                  </a:lnTo>
                  <a:lnTo>
                    <a:pt x="2578" y="21932"/>
                  </a:lnTo>
                  <a:lnTo>
                    <a:pt x="7835" y="22085"/>
                  </a:lnTo>
                  <a:lnTo>
                    <a:pt x="12192" y="20574"/>
                  </a:lnTo>
                  <a:lnTo>
                    <a:pt x="12954" y="19812"/>
                  </a:lnTo>
                  <a:lnTo>
                    <a:pt x="12954" y="12192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2" name="object 1632" descr=""/>
            <p:cNvSpPr/>
            <p:nvPr/>
          </p:nvSpPr>
          <p:spPr>
            <a:xfrm>
              <a:off x="347164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3" name="object 1633" descr=""/>
            <p:cNvSpPr/>
            <p:nvPr/>
          </p:nvSpPr>
          <p:spPr>
            <a:xfrm>
              <a:off x="370024" y="276104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4571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7620" y="20574"/>
                  </a:lnTo>
                  <a:lnTo>
                    <a:pt x="4572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4" name="object 1634" descr=""/>
            <p:cNvSpPr/>
            <p:nvPr/>
          </p:nvSpPr>
          <p:spPr>
            <a:xfrm>
              <a:off x="278584" y="30841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5" name="object 1635" descr=""/>
            <p:cNvSpPr/>
            <p:nvPr/>
          </p:nvSpPr>
          <p:spPr>
            <a:xfrm>
              <a:off x="298396" y="3084130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4" h="21589">
                  <a:moveTo>
                    <a:pt x="0" y="0"/>
                  </a:moveTo>
                  <a:lnTo>
                    <a:pt x="4572" y="21336"/>
                  </a:lnTo>
                  <a:lnTo>
                    <a:pt x="9144" y="6095"/>
                  </a:lnTo>
                  <a:lnTo>
                    <a:pt x="12954" y="21336"/>
                  </a:lnTo>
                  <a:lnTo>
                    <a:pt x="1828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6" name="object 1636" descr=""/>
            <p:cNvSpPr/>
            <p:nvPr/>
          </p:nvSpPr>
          <p:spPr>
            <a:xfrm>
              <a:off x="329638" y="3094798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20" h="10794">
                  <a:moveTo>
                    <a:pt x="7620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7" name="object 1637" descr=""/>
            <p:cNvSpPr/>
            <p:nvPr/>
          </p:nvSpPr>
          <p:spPr>
            <a:xfrm>
              <a:off x="325066" y="30841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0667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0667" y="9144"/>
                  </a:lnTo>
                  <a:lnTo>
                    <a:pt x="9906" y="9906"/>
                  </a:lnTo>
                  <a:lnTo>
                    <a:pt x="7620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8" name="object 1638" descr=""/>
            <p:cNvSpPr/>
            <p:nvPr/>
          </p:nvSpPr>
          <p:spPr>
            <a:xfrm>
              <a:off x="341068" y="310699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9" name="object 1639" descr=""/>
            <p:cNvSpPr/>
            <p:nvPr/>
          </p:nvSpPr>
          <p:spPr>
            <a:xfrm>
              <a:off x="362404" y="3094036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762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0" name="object 1640" descr=""/>
            <p:cNvSpPr/>
            <p:nvPr/>
          </p:nvSpPr>
          <p:spPr>
            <a:xfrm>
              <a:off x="362404" y="3084130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0" y="21336"/>
                  </a:moveTo>
                  <a:lnTo>
                    <a:pt x="0" y="0"/>
                  </a:lnTo>
                  <a:lnTo>
                    <a:pt x="10667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1" name="object 1641" descr=""/>
            <p:cNvSpPr/>
            <p:nvPr/>
          </p:nvSpPr>
          <p:spPr>
            <a:xfrm>
              <a:off x="380692" y="3084130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2" name="object 1642" descr=""/>
            <p:cNvSpPr/>
            <p:nvPr/>
          </p:nvSpPr>
          <p:spPr>
            <a:xfrm>
              <a:off x="397456" y="3099370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59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3" name="object 1643" descr=""/>
            <p:cNvSpPr/>
            <p:nvPr/>
          </p:nvSpPr>
          <p:spPr>
            <a:xfrm>
              <a:off x="395170" y="308413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7619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4" name="object 1644" descr=""/>
            <p:cNvSpPr/>
            <p:nvPr/>
          </p:nvSpPr>
          <p:spPr>
            <a:xfrm>
              <a:off x="415744" y="3084130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12192" y="762"/>
                  </a:moveTo>
                  <a:lnTo>
                    <a:pt x="10668" y="0"/>
                  </a:lnTo>
                  <a:lnTo>
                    <a:pt x="7620" y="0"/>
                  </a:lnTo>
                  <a:lnTo>
                    <a:pt x="4572" y="762"/>
                  </a:lnTo>
                  <a:lnTo>
                    <a:pt x="2286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1524" y="16002"/>
                  </a:lnTo>
                  <a:lnTo>
                    <a:pt x="2286" y="18288"/>
                  </a:lnTo>
                  <a:lnTo>
                    <a:pt x="4572" y="19812"/>
                  </a:lnTo>
                  <a:lnTo>
                    <a:pt x="7620" y="21336"/>
                  </a:lnTo>
                  <a:lnTo>
                    <a:pt x="9144" y="21336"/>
                  </a:lnTo>
                  <a:lnTo>
                    <a:pt x="13716" y="19050"/>
                  </a:lnTo>
                  <a:lnTo>
                    <a:pt x="13716" y="12192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5" name="object 1645" descr=""/>
            <p:cNvSpPr/>
            <p:nvPr/>
          </p:nvSpPr>
          <p:spPr>
            <a:xfrm>
              <a:off x="315160" y="29248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6" name="object 1646" descr=""/>
            <p:cNvSpPr/>
            <p:nvPr/>
          </p:nvSpPr>
          <p:spPr>
            <a:xfrm>
              <a:off x="323542" y="2917252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7" name="object 1647" descr=""/>
            <p:cNvSpPr/>
            <p:nvPr/>
          </p:nvSpPr>
          <p:spPr>
            <a:xfrm>
              <a:off x="341068" y="29332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8" name="object 1648" descr=""/>
            <p:cNvSpPr/>
            <p:nvPr/>
          </p:nvSpPr>
          <p:spPr>
            <a:xfrm>
              <a:off x="341068" y="291191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9" name="object 1649" descr=""/>
            <p:cNvSpPr/>
            <p:nvPr/>
          </p:nvSpPr>
          <p:spPr>
            <a:xfrm>
              <a:off x="360880" y="2910026"/>
              <a:ext cx="15875" cy="23495"/>
            </a:xfrm>
            <a:custGeom>
              <a:avLst/>
              <a:gdLst/>
              <a:ahLst/>
              <a:cxnLst/>
              <a:rect l="l" t="t" r="r" b="b"/>
              <a:pathLst>
                <a:path w="15875" h="23494">
                  <a:moveTo>
                    <a:pt x="761" y="3416"/>
                  </a:moveTo>
                  <a:lnTo>
                    <a:pt x="1523" y="2654"/>
                  </a:lnTo>
                  <a:lnTo>
                    <a:pt x="9461" y="0"/>
                  </a:lnTo>
                  <a:lnTo>
                    <a:pt x="15405" y="2184"/>
                  </a:lnTo>
                  <a:lnTo>
                    <a:pt x="12191" y="11036"/>
                  </a:lnTo>
                  <a:lnTo>
                    <a:pt x="0" y="23228"/>
                  </a:lnTo>
                  <a:lnTo>
                    <a:pt x="12953" y="2322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0" name="object 1650" descr=""/>
            <p:cNvSpPr/>
            <p:nvPr/>
          </p:nvSpPr>
          <p:spPr>
            <a:xfrm>
              <a:off x="379930" y="291191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1" name="object 1651" descr=""/>
            <p:cNvSpPr/>
            <p:nvPr/>
          </p:nvSpPr>
          <p:spPr>
            <a:xfrm>
              <a:off x="759406" y="37074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2" name="object 1652" descr=""/>
            <p:cNvSpPr/>
            <p:nvPr/>
          </p:nvSpPr>
          <p:spPr>
            <a:xfrm>
              <a:off x="765502" y="370744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3" name="object 1653" descr=""/>
            <p:cNvSpPr/>
            <p:nvPr/>
          </p:nvSpPr>
          <p:spPr>
            <a:xfrm>
              <a:off x="779218" y="3707446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4" name="object 1654" descr=""/>
            <p:cNvSpPr/>
            <p:nvPr/>
          </p:nvSpPr>
          <p:spPr>
            <a:xfrm>
              <a:off x="795220" y="37074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2954"/>
                  </a:lnTo>
                  <a:lnTo>
                    <a:pt x="11430" y="17526"/>
                  </a:lnTo>
                  <a:lnTo>
                    <a:pt x="10668" y="19812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5" name="object 1655" descr=""/>
            <p:cNvSpPr/>
            <p:nvPr/>
          </p:nvSpPr>
          <p:spPr>
            <a:xfrm>
              <a:off x="815032" y="370744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0" y="0"/>
                  </a:moveTo>
                  <a:lnTo>
                    <a:pt x="13716" y="0"/>
                  </a:lnTo>
                  <a:lnTo>
                    <a:pt x="4572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6" name="object 1656" descr=""/>
            <p:cNvSpPr/>
            <p:nvPr/>
          </p:nvSpPr>
          <p:spPr>
            <a:xfrm>
              <a:off x="846274" y="3714304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7" name="object 1657" descr=""/>
            <p:cNvSpPr/>
            <p:nvPr/>
          </p:nvSpPr>
          <p:spPr>
            <a:xfrm>
              <a:off x="836368" y="3706684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4" h="15239">
                  <a:moveTo>
                    <a:pt x="5334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8" name="object 1658" descr=""/>
            <p:cNvSpPr/>
            <p:nvPr/>
          </p:nvSpPr>
          <p:spPr>
            <a:xfrm>
              <a:off x="1468827" y="375011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4" h="0">
                  <a:moveTo>
                    <a:pt x="0" y="0"/>
                  </a:moveTo>
                  <a:lnTo>
                    <a:pt x="1295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9" name="object 1659" descr=""/>
            <p:cNvSpPr/>
            <p:nvPr/>
          </p:nvSpPr>
          <p:spPr>
            <a:xfrm>
              <a:off x="1474924" y="3750118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0" name="object 1660" descr=""/>
            <p:cNvSpPr/>
            <p:nvPr/>
          </p:nvSpPr>
          <p:spPr>
            <a:xfrm>
              <a:off x="1488640" y="3750118"/>
              <a:ext cx="10160" cy="22225"/>
            </a:xfrm>
            <a:custGeom>
              <a:avLst/>
              <a:gdLst/>
              <a:ahLst/>
              <a:cxnLst/>
              <a:rect l="l" t="t" r="r" b="b"/>
              <a:pathLst>
                <a:path w="10159" h="22225">
                  <a:moveTo>
                    <a:pt x="9906" y="22097"/>
                  </a:moveTo>
                  <a:lnTo>
                    <a:pt x="0" y="2209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1" name="object 1661" descr=""/>
            <p:cNvSpPr/>
            <p:nvPr/>
          </p:nvSpPr>
          <p:spPr>
            <a:xfrm>
              <a:off x="1504642" y="3750118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5334" y="0"/>
                  </a:moveTo>
                  <a:lnTo>
                    <a:pt x="7620" y="0"/>
                  </a:lnTo>
                  <a:lnTo>
                    <a:pt x="9906" y="1523"/>
                  </a:lnTo>
                  <a:lnTo>
                    <a:pt x="10668" y="2285"/>
                  </a:lnTo>
                  <a:lnTo>
                    <a:pt x="11430" y="4571"/>
                  </a:lnTo>
                  <a:lnTo>
                    <a:pt x="12954" y="8381"/>
                  </a:lnTo>
                  <a:lnTo>
                    <a:pt x="12954" y="13715"/>
                  </a:lnTo>
                  <a:lnTo>
                    <a:pt x="11430" y="17525"/>
                  </a:lnTo>
                  <a:lnTo>
                    <a:pt x="10668" y="19811"/>
                  </a:lnTo>
                  <a:lnTo>
                    <a:pt x="9906" y="20573"/>
                  </a:lnTo>
                  <a:lnTo>
                    <a:pt x="7620" y="22097"/>
                  </a:lnTo>
                  <a:lnTo>
                    <a:pt x="5334" y="22097"/>
                  </a:lnTo>
                  <a:lnTo>
                    <a:pt x="3048" y="20573"/>
                  </a:lnTo>
                  <a:lnTo>
                    <a:pt x="2286" y="19811"/>
                  </a:lnTo>
                  <a:lnTo>
                    <a:pt x="1524" y="17525"/>
                  </a:lnTo>
                  <a:lnTo>
                    <a:pt x="0" y="13715"/>
                  </a:lnTo>
                  <a:lnTo>
                    <a:pt x="0" y="8381"/>
                  </a:lnTo>
                  <a:lnTo>
                    <a:pt x="1524" y="4571"/>
                  </a:lnTo>
                  <a:lnTo>
                    <a:pt x="2286" y="2285"/>
                  </a:lnTo>
                  <a:lnTo>
                    <a:pt x="3048" y="1523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2" name="object 1662" descr=""/>
            <p:cNvSpPr/>
            <p:nvPr/>
          </p:nvSpPr>
          <p:spPr>
            <a:xfrm>
              <a:off x="1524454" y="3750118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0"/>
                  </a:moveTo>
                  <a:lnTo>
                    <a:pt x="14478" y="0"/>
                  </a:lnTo>
                  <a:lnTo>
                    <a:pt x="5334" y="2209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3" name="object 1663" descr=""/>
            <p:cNvSpPr/>
            <p:nvPr/>
          </p:nvSpPr>
          <p:spPr>
            <a:xfrm>
              <a:off x="1556458" y="375773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4" name="object 1664" descr=""/>
            <p:cNvSpPr/>
            <p:nvPr/>
          </p:nvSpPr>
          <p:spPr>
            <a:xfrm>
              <a:off x="1545790" y="3749356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39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5" name="object 1665" descr=""/>
            <p:cNvSpPr/>
            <p:nvPr/>
          </p:nvSpPr>
          <p:spPr>
            <a:xfrm>
              <a:off x="315160" y="23442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6" name="object 1666" descr=""/>
            <p:cNvSpPr/>
            <p:nvPr/>
          </p:nvSpPr>
          <p:spPr>
            <a:xfrm>
              <a:off x="323542" y="2336608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7" name="object 1667" descr=""/>
            <p:cNvSpPr/>
            <p:nvPr/>
          </p:nvSpPr>
          <p:spPr>
            <a:xfrm>
              <a:off x="341068" y="235261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8" name="object 1668" descr=""/>
            <p:cNvSpPr/>
            <p:nvPr/>
          </p:nvSpPr>
          <p:spPr>
            <a:xfrm>
              <a:off x="341068" y="233127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9" name="object 1669" descr=""/>
            <p:cNvSpPr/>
            <p:nvPr/>
          </p:nvSpPr>
          <p:spPr>
            <a:xfrm>
              <a:off x="360880" y="2329381"/>
              <a:ext cx="15875" cy="23495"/>
            </a:xfrm>
            <a:custGeom>
              <a:avLst/>
              <a:gdLst/>
              <a:ahLst/>
              <a:cxnLst/>
              <a:rect l="l" t="t" r="r" b="b"/>
              <a:pathLst>
                <a:path w="15875" h="23494">
                  <a:moveTo>
                    <a:pt x="761" y="3416"/>
                  </a:moveTo>
                  <a:lnTo>
                    <a:pt x="1523" y="2654"/>
                  </a:lnTo>
                  <a:lnTo>
                    <a:pt x="9461" y="0"/>
                  </a:lnTo>
                  <a:lnTo>
                    <a:pt x="15405" y="2184"/>
                  </a:lnTo>
                  <a:lnTo>
                    <a:pt x="12191" y="11036"/>
                  </a:lnTo>
                  <a:lnTo>
                    <a:pt x="0" y="23228"/>
                  </a:lnTo>
                  <a:lnTo>
                    <a:pt x="12953" y="2322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0" name="object 1670" descr=""/>
            <p:cNvSpPr/>
            <p:nvPr/>
          </p:nvSpPr>
          <p:spPr>
            <a:xfrm>
              <a:off x="379930" y="233127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1" name="object 1671" descr=""/>
            <p:cNvSpPr/>
            <p:nvPr/>
          </p:nvSpPr>
          <p:spPr>
            <a:xfrm>
              <a:off x="4695136" y="653350"/>
              <a:ext cx="10160" cy="22225"/>
            </a:xfrm>
            <a:custGeom>
              <a:avLst/>
              <a:gdLst/>
              <a:ahLst/>
              <a:cxnLst/>
              <a:rect l="l" t="t" r="r" b="b"/>
              <a:pathLst>
                <a:path w="10160" h="22225">
                  <a:moveTo>
                    <a:pt x="9905" y="22098"/>
                  </a:moveTo>
                  <a:lnTo>
                    <a:pt x="0" y="2209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2" name="object 1672" descr=""/>
            <p:cNvSpPr/>
            <p:nvPr/>
          </p:nvSpPr>
          <p:spPr>
            <a:xfrm>
              <a:off x="4712662" y="653350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0" y="22098"/>
                  </a:moveTo>
                  <a:lnTo>
                    <a:pt x="0" y="0"/>
                  </a:lnTo>
                  <a:lnTo>
                    <a:pt x="6858" y="16002"/>
                  </a:lnTo>
                  <a:lnTo>
                    <a:pt x="13716" y="0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3" name="object 1673" descr=""/>
            <p:cNvSpPr/>
            <p:nvPr/>
          </p:nvSpPr>
          <p:spPr>
            <a:xfrm>
              <a:off x="4735522" y="67544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4" name="object 1674" descr=""/>
            <p:cNvSpPr/>
            <p:nvPr/>
          </p:nvSpPr>
          <p:spPr>
            <a:xfrm>
              <a:off x="4735522" y="653350"/>
              <a:ext cx="6985" cy="22225"/>
            </a:xfrm>
            <a:custGeom>
              <a:avLst/>
              <a:gdLst/>
              <a:ahLst/>
              <a:cxnLst/>
              <a:rect l="l" t="t" r="r" b="b"/>
              <a:pathLst>
                <a:path w="6985" h="22225">
                  <a:moveTo>
                    <a:pt x="6858" y="22098"/>
                  </a:moveTo>
                  <a:lnTo>
                    <a:pt x="6858" y="0"/>
                  </a:lnTo>
                  <a:lnTo>
                    <a:pt x="4572" y="3810"/>
                  </a:lnTo>
                  <a:lnTo>
                    <a:pt x="0" y="685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5" name="object 1675" descr=""/>
            <p:cNvSpPr/>
            <p:nvPr/>
          </p:nvSpPr>
          <p:spPr>
            <a:xfrm>
              <a:off x="4755333" y="653350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906"/>
                  </a:lnTo>
                  <a:lnTo>
                    <a:pt x="12192" y="10667"/>
                  </a:lnTo>
                  <a:lnTo>
                    <a:pt x="12954" y="12954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3048" y="22098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6" name="object 1676" descr=""/>
            <p:cNvSpPr/>
            <p:nvPr/>
          </p:nvSpPr>
          <p:spPr>
            <a:xfrm>
              <a:off x="4775907" y="65335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0"/>
                  </a:moveTo>
                  <a:lnTo>
                    <a:pt x="14478" y="0"/>
                  </a:lnTo>
                  <a:lnTo>
                    <a:pt x="533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7" name="object 1677" descr=""/>
            <p:cNvSpPr/>
            <p:nvPr/>
          </p:nvSpPr>
          <p:spPr>
            <a:xfrm>
              <a:off x="4797244" y="65335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6858" y="0"/>
                  </a:lnTo>
                  <a:lnTo>
                    <a:pt x="9144" y="1523"/>
                  </a:lnTo>
                  <a:lnTo>
                    <a:pt x="10668" y="2285"/>
                  </a:lnTo>
                  <a:lnTo>
                    <a:pt x="11430" y="4571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1430" y="17526"/>
                  </a:lnTo>
                  <a:lnTo>
                    <a:pt x="10668" y="19812"/>
                  </a:lnTo>
                  <a:lnTo>
                    <a:pt x="9144" y="20574"/>
                  </a:lnTo>
                  <a:lnTo>
                    <a:pt x="6858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8" name="object 1678" descr=""/>
            <p:cNvSpPr/>
            <p:nvPr/>
          </p:nvSpPr>
          <p:spPr>
            <a:xfrm>
              <a:off x="4817818" y="65335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9" name="object 1679" descr=""/>
            <p:cNvSpPr/>
            <p:nvPr/>
          </p:nvSpPr>
          <p:spPr>
            <a:xfrm>
              <a:off x="4583122" y="147097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90">
                  <a:moveTo>
                    <a:pt x="12191" y="762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762"/>
                  </a:lnTo>
                  <a:lnTo>
                    <a:pt x="1523" y="3048"/>
                  </a:lnTo>
                  <a:lnTo>
                    <a:pt x="761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002"/>
                  </a:lnTo>
                  <a:lnTo>
                    <a:pt x="1523" y="18288"/>
                  </a:lnTo>
                  <a:lnTo>
                    <a:pt x="3809" y="20574"/>
                  </a:lnTo>
                  <a:lnTo>
                    <a:pt x="6857" y="21336"/>
                  </a:lnTo>
                  <a:lnTo>
                    <a:pt x="9143" y="21336"/>
                  </a:lnTo>
                  <a:lnTo>
                    <a:pt x="12191" y="20574"/>
                  </a:lnTo>
                  <a:lnTo>
                    <a:pt x="12953" y="19050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0" name="object 1680" descr=""/>
            <p:cNvSpPr/>
            <p:nvPr/>
          </p:nvSpPr>
          <p:spPr>
            <a:xfrm>
              <a:off x="4605219" y="147097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1" name="object 1681" descr=""/>
            <p:cNvSpPr/>
            <p:nvPr/>
          </p:nvSpPr>
          <p:spPr>
            <a:xfrm>
              <a:off x="4628080" y="147097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4571" y="0"/>
                  </a:lnTo>
                  <a:lnTo>
                    <a:pt x="7619" y="762"/>
                  </a:lnTo>
                  <a:lnTo>
                    <a:pt x="9905" y="3048"/>
                  </a:lnTo>
                  <a:lnTo>
                    <a:pt x="10667" y="5334"/>
                  </a:lnTo>
                  <a:lnTo>
                    <a:pt x="12191" y="9144"/>
                  </a:lnTo>
                  <a:lnTo>
                    <a:pt x="12192" y="12192"/>
                  </a:lnTo>
                  <a:lnTo>
                    <a:pt x="10668" y="16002"/>
                  </a:lnTo>
                  <a:lnTo>
                    <a:pt x="9906" y="18288"/>
                  </a:lnTo>
                  <a:lnTo>
                    <a:pt x="7620" y="20574"/>
                  </a:lnTo>
                  <a:lnTo>
                    <a:pt x="4572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2" name="object 1682" descr=""/>
            <p:cNvSpPr/>
            <p:nvPr/>
          </p:nvSpPr>
          <p:spPr>
            <a:xfrm>
              <a:off x="2711649" y="134219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12192" y="762"/>
                  </a:moveTo>
                  <a:lnTo>
                    <a:pt x="10668" y="0"/>
                  </a:lnTo>
                  <a:lnTo>
                    <a:pt x="7620" y="0"/>
                  </a:lnTo>
                  <a:lnTo>
                    <a:pt x="4572" y="762"/>
                  </a:lnTo>
                  <a:lnTo>
                    <a:pt x="2286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1524" y="16002"/>
                  </a:lnTo>
                  <a:lnTo>
                    <a:pt x="2286" y="18288"/>
                  </a:lnTo>
                  <a:lnTo>
                    <a:pt x="4572" y="19812"/>
                  </a:lnTo>
                  <a:lnTo>
                    <a:pt x="7620" y="21336"/>
                  </a:lnTo>
                  <a:lnTo>
                    <a:pt x="9144" y="21336"/>
                  </a:lnTo>
                  <a:lnTo>
                    <a:pt x="13716" y="19050"/>
                  </a:lnTo>
                  <a:lnTo>
                    <a:pt x="13716" y="12192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3" name="object 1683" descr=""/>
            <p:cNvSpPr/>
            <p:nvPr/>
          </p:nvSpPr>
          <p:spPr>
            <a:xfrm>
              <a:off x="2734510" y="134219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4" name="object 1684" descr=""/>
            <p:cNvSpPr/>
            <p:nvPr/>
          </p:nvSpPr>
          <p:spPr>
            <a:xfrm>
              <a:off x="2756608" y="134219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002"/>
                  </a:lnTo>
                  <a:lnTo>
                    <a:pt x="10668" y="18288"/>
                  </a:lnTo>
                  <a:lnTo>
                    <a:pt x="8382" y="19812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5" name="object 1685" descr=""/>
            <p:cNvSpPr/>
            <p:nvPr/>
          </p:nvSpPr>
          <p:spPr>
            <a:xfrm>
              <a:off x="4680657" y="127742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1524" y="2286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6" name="object 1686" descr=""/>
            <p:cNvSpPr/>
            <p:nvPr/>
          </p:nvSpPr>
          <p:spPr>
            <a:xfrm>
              <a:off x="4701231" y="127742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1524" y="2286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7" name="object 1687" descr=""/>
            <p:cNvSpPr/>
            <p:nvPr/>
          </p:nvSpPr>
          <p:spPr>
            <a:xfrm>
              <a:off x="4722568" y="1277428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5334" y="0"/>
                  </a:moveTo>
                  <a:lnTo>
                    <a:pt x="7620" y="0"/>
                  </a:lnTo>
                  <a:lnTo>
                    <a:pt x="9906" y="761"/>
                  </a:lnTo>
                  <a:lnTo>
                    <a:pt x="14262" y="8826"/>
                  </a:lnTo>
                  <a:lnTo>
                    <a:pt x="14262" y="12509"/>
                  </a:lnTo>
                  <a:lnTo>
                    <a:pt x="9906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1524" y="3810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8" name="object 1688" descr=""/>
            <p:cNvSpPr/>
            <p:nvPr/>
          </p:nvSpPr>
          <p:spPr>
            <a:xfrm>
              <a:off x="4743142" y="127742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5334" y="0"/>
                  </a:moveTo>
                  <a:lnTo>
                    <a:pt x="12192" y="12954"/>
                  </a:lnTo>
                  <a:lnTo>
                    <a:pt x="11430" y="17526"/>
                  </a:lnTo>
                  <a:lnTo>
                    <a:pt x="10668" y="19050"/>
                  </a:lnTo>
                  <a:lnTo>
                    <a:pt x="9144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1524" y="3810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9" name="object 1689" descr=""/>
            <p:cNvSpPr/>
            <p:nvPr/>
          </p:nvSpPr>
          <p:spPr>
            <a:xfrm>
              <a:off x="4765239" y="128428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0"/>
                  </a:moveTo>
                  <a:lnTo>
                    <a:pt x="0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0" name="object 1690" descr=""/>
            <p:cNvSpPr/>
            <p:nvPr/>
          </p:nvSpPr>
          <p:spPr>
            <a:xfrm>
              <a:off x="4765239" y="1284286"/>
              <a:ext cx="10160" cy="14604"/>
            </a:xfrm>
            <a:custGeom>
              <a:avLst/>
              <a:gdLst/>
              <a:ahLst/>
              <a:cxnLst/>
              <a:rect l="l" t="t" r="r" b="b"/>
              <a:pathLst>
                <a:path w="10160" h="14605">
                  <a:moveTo>
                    <a:pt x="0" y="1524"/>
                  </a:moveTo>
                  <a:lnTo>
                    <a:pt x="1523" y="0"/>
                  </a:lnTo>
                  <a:lnTo>
                    <a:pt x="6096" y="0"/>
                  </a:lnTo>
                  <a:lnTo>
                    <a:pt x="7620" y="1524"/>
                  </a:lnTo>
                  <a:lnTo>
                    <a:pt x="9144" y="2286"/>
                  </a:lnTo>
                  <a:lnTo>
                    <a:pt x="9906" y="4572"/>
                  </a:lnTo>
                  <a:lnTo>
                    <a:pt x="9906" y="10668"/>
                  </a:lnTo>
                  <a:lnTo>
                    <a:pt x="9144" y="12192"/>
                  </a:lnTo>
                  <a:lnTo>
                    <a:pt x="7620" y="13716"/>
                  </a:lnTo>
                  <a:lnTo>
                    <a:pt x="6096" y="14478"/>
                  </a:lnTo>
                  <a:lnTo>
                    <a:pt x="1524" y="14478"/>
                  </a:ln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1" name="object 1691" descr=""/>
            <p:cNvSpPr/>
            <p:nvPr/>
          </p:nvSpPr>
          <p:spPr>
            <a:xfrm>
              <a:off x="4784289" y="128733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685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2" name="object 1692" descr=""/>
            <p:cNvSpPr/>
            <p:nvPr/>
          </p:nvSpPr>
          <p:spPr>
            <a:xfrm>
              <a:off x="4784289" y="1277428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90">
                  <a:moveTo>
                    <a:pt x="0" y="21336"/>
                  </a:moveTo>
                  <a:lnTo>
                    <a:pt x="0" y="0"/>
                  </a:lnTo>
                  <a:lnTo>
                    <a:pt x="10667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3" name="object 1693" descr=""/>
            <p:cNvSpPr/>
            <p:nvPr/>
          </p:nvSpPr>
          <p:spPr>
            <a:xfrm>
              <a:off x="556714" y="540670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4" name="object 1694" descr=""/>
            <p:cNvSpPr/>
            <p:nvPr/>
          </p:nvSpPr>
          <p:spPr>
            <a:xfrm>
              <a:off x="556714" y="5384608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5" y="22098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1523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5" name="object 1695" descr=""/>
            <p:cNvSpPr/>
            <p:nvPr/>
          </p:nvSpPr>
          <p:spPr>
            <a:xfrm>
              <a:off x="576526" y="5384608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5334" y="0"/>
                  </a:moveTo>
                  <a:lnTo>
                    <a:pt x="7620" y="0"/>
                  </a:lnTo>
                  <a:lnTo>
                    <a:pt x="9144" y="1524"/>
                  </a:lnTo>
                  <a:lnTo>
                    <a:pt x="14312" y="4051"/>
                  </a:lnTo>
                  <a:lnTo>
                    <a:pt x="14312" y="18046"/>
                  </a:lnTo>
                  <a:lnTo>
                    <a:pt x="9144" y="20574"/>
                  </a:lnTo>
                  <a:lnTo>
                    <a:pt x="7620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1524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4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6" name="object 1696" descr=""/>
            <p:cNvSpPr/>
            <p:nvPr/>
          </p:nvSpPr>
          <p:spPr>
            <a:xfrm>
              <a:off x="597100" y="5384608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7620" y="0"/>
                  </a:lnTo>
                  <a:lnTo>
                    <a:pt x="9144" y="1524"/>
                  </a:lnTo>
                  <a:lnTo>
                    <a:pt x="10668" y="2286"/>
                  </a:lnTo>
                  <a:lnTo>
                    <a:pt x="11430" y="4572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1430" y="17526"/>
                  </a:lnTo>
                  <a:lnTo>
                    <a:pt x="10668" y="19812"/>
                  </a:lnTo>
                  <a:lnTo>
                    <a:pt x="9144" y="20574"/>
                  </a:lnTo>
                  <a:lnTo>
                    <a:pt x="7620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1524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4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7" name="object 1697" descr=""/>
            <p:cNvSpPr/>
            <p:nvPr/>
          </p:nvSpPr>
          <p:spPr>
            <a:xfrm>
              <a:off x="619198" y="5384608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8" name="object 1698" descr=""/>
            <p:cNvSpPr/>
            <p:nvPr/>
          </p:nvSpPr>
          <p:spPr>
            <a:xfrm>
              <a:off x="620722" y="5398324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9" name="object 1699" descr=""/>
            <p:cNvSpPr/>
            <p:nvPr/>
          </p:nvSpPr>
          <p:spPr>
            <a:xfrm>
              <a:off x="619198" y="5392228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20" y="0"/>
                  </a:moveTo>
                  <a:lnTo>
                    <a:pt x="0" y="761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0" name="object 1700" descr=""/>
            <p:cNvSpPr/>
            <p:nvPr/>
          </p:nvSpPr>
          <p:spPr>
            <a:xfrm>
              <a:off x="638248" y="554843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1" name="object 1701" descr=""/>
            <p:cNvSpPr/>
            <p:nvPr/>
          </p:nvSpPr>
          <p:spPr>
            <a:xfrm>
              <a:off x="663394" y="5556820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4" h="0">
                  <a:moveTo>
                    <a:pt x="129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2" name="object 1702" descr=""/>
            <p:cNvSpPr/>
            <p:nvPr/>
          </p:nvSpPr>
          <p:spPr>
            <a:xfrm>
              <a:off x="663394" y="553548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3" name="object 1703" descr=""/>
            <p:cNvSpPr/>
            <p:nvPr/>
          </p:nvSpPr>
          <p:spPr>
            <a:xfrm>
              <a:off x="683206" y="553548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762" y="2286"/>
                  </a:moveTo>
                  <a:lnTo>
                    <a:pt x="2286" y="762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954" y="3810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4" name="object 1704" descr=""/>
            <p:cNvSpPr/>
            <p:nvPr/>
          </p:nvSpPr>
          <p:spPr>
            <a:xfrm>
              <a:off x="702256" y="553548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5" name="object 1705" descr=""/>
            <p:cNvSpPr/>
            <p:nvPr/>
          </p:nvSpPr>
          <p:spPr>
            <a:xfrm>
              <a:off x="638248" y="520477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6" name="object 1706" descr=""/>
            <p:cNvSpPr/>
            <p:nvPr/>
          </p:nvSpPr>
          <p:spPr>
            <a:xfrm>
              <a:off x="646630" y="519639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67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7" name="object 1707" descr=""/>
            <p:cNvSpPr/>
            <p:nvPr/>
          </p:nvSpPr>
          <p:spPr>
            <a:xfrm>
              <a:off x="663394" y="521315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4" h="0">
                  <a:moveTo>
                    <a:pt x="129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8" name="object 1708" descr=""/>
            <p:cNvSpPr/>
            <p:nvPr/>
          </p:nvSpPr>
          <p:spPr>
            <a:xfrm>
              <a:off x="663394" y="519106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5" y="22098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9" name="object 1709" descr=""/>
            <p:cNvSpPr/>
            <p:nvPr/>
          </p:nvSpPr>
          <p:spPr>
            <a:xfrm>
              <a:off x="683206" y="5191060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0" name="object 1710" descr=""/>
            <p:cNvSpPr/>
            <p:nvPr/>
          </p:nvSpPr>
          <p:spPr>
            <a:xfrm>
              <a:off x="702256" y="519106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0"/>
                  </a:moveTo>
                  <a:lnTo>
                    <a:pt x="7620" y="2209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1" name="object 1711" descr=""/>
            <p:cNvSpPr/>
            <p:nvPr/>
          </p:nvSpPr>
          <p:spPr>
            <a:xfrm>
              <a:off x="850846" y="532060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2" name="object 1712" descr=""/>
            <p:cNvSpPr/>
            <p:nvPr/>
          </p:nvSpPr>
          <p:spPr>
            <a:xfrm>
              <a:off x="850846" y="5298502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7"/>
                  </a:moveTo>
                  <a:lnTo>
                    <a:pt x="6096" y="0"/>
                  </a:lnTo>
                  <a:lnTo>
                    <a:pt x="4572" y="3047"/>
                  </a:lnTo>
                  <a:lnTo>
                    <a:pt x="2286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3" name="object 1713" descr=""/>
            <p:cNvSpPr/>
            <p:nvPr/>
          </p:nvSpPr>
          <p:spPr>
            <a:xfrm>
              <a:off x="872944" y="529850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0" y="22097"/>
                  </a:moveTo>
                  <a:lnTo>
                    <a:pt x="0" y="0"/>
                  </a:lnTo>
                  <a:lnTo>
                    <a:pt x="6858" y="16001"/>
                  </a:lnTo>
                  <a:lnTo>
                    <a:pt x="13716" y="0"/>
                  </a:lnTo>
                  <a:lnTo>
                    <a:pt x="13716" y="2209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4" name="object 1714" descr=""/>
            <p:cNvSpPr/>
            <p:nvPr/>
          </p:nvSpPr>
          <p:spPr>
            <a:xfrm>
              <a:off x="970089" y="5729032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69" h="20954">
                  <a:moveTo>
                    <a:pt x="11820" y="761"/>
                  </a:moveTo>
                  <a:lnTo>
                    <a:pt x="10296" y="0"/>
                  </a:lnTo>
                  <a:lnTo>
                    <a:pt x="1660" y="3449"/>
                  </a:lnTo>
                  <a:lnTo>
                    <a:pt x="0" y="12825"/>
                  </a:lnTo>
                  <a:lnTo>
                    <a:pt x="4249" y="20550"/>
                  </a:lnTo>
                  <a:lnTo>
                    <a:pt x="13344" y="19049"/>
                  </a:lnTo>
                  <a:lnTo>
                    <a:pt x="13344" y="12191"/>
                  </a:lnTo>
                  <a:lnTo>
                    <a:pt x="8772" y="1219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5" name="object 1715" descr=""/>
            <p:cNvSpPr/>
            <p:nvPr/>
          </p:nvSpPr>
          <p:spPr>
            <a:xfrm>
              <a:off x="992577" y="572903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12192" y="21335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6" name="object 1716" descr=""/>
            <p:cNvSpPr/>
            <p:nvPr/>
          </p:nvSpPr>
          <p:spPr>
            <a:xfrm>
              <a:off x="1014676" y="572903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0" y="21335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1"/>
                  </a:lnTo>
                  <a:lnTo>
                    <a:pt x="10667" y="3047"/>
                  </a:lnTo>
                  <a:lnTo>
                    <a:pt x="11429" y="5333"/>
                  </a:lnTo>
                  <a:lnTo>
                    <a:pt x="12954" y="9143"/>
                  </a:lnTo>
                  <a:lnTo>
                    <a:pt x="12954" y="12191"/>
                  </a:lnTo>
                  <a:lnTo>
                    <a:pt x="11430" y="16001"/>
                  </a:lnTo>
                  <a:lnTo>
                    <a:pt x="10668" y="18287"/>
                  </a:lnTo>
                  <a:lnTo>
                    <a:pt x="8382" y="20573"/>
                  </a:lnTo>
                  <a:lnTo>
                    <a:pt x="5334" y="21335"/>
                  </a:lnTo>
                  <a:lnTo>
                    <a:pt x="0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7" name="object 1717" descr=""/>
            <p:cNvSpPr/>
            <p:nvPr/>
          </p:nvSpPr>
          <p:spPr>
            <a:xfrm>
              <a:off x="1046680" y="553548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0" y="0"/>
                  </a:moveTo>
                  <a:lnTo>
                    <a:pt x="12954" y="0"/>
                  </a:lnTo>
                  <a:lnTo>
                    <a:pt x="6096" y="8381"/>
                  </a:lnTo>
                  <a:lnTo>
                    <a:pt x="9144" y="8381"/>
                  </a:lnTo>
                  <a:lnTo>
                    <a:pt x="11430" y="9143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5"/>
                  </a:lnTo>
                  <a:lnTo>
                    <a:pt x="11430" y="20573"/>
                  </a:lnTo>
                  <a:lnTo>
                    <a:pt x="9144" y="21335"/>
                  </a:lnTo>
                  <a:lnTo>
                    <a:pt x="3048" y="21335"/>
                  </a:lnTo>
                  <a:lnTo>
                    <a:pt x="762" y="20573"/>
                  </a:lnTo>
                  <a:lnTo>
                    <a:pt x="0" y="1904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8" name="object 1718" descr=""/>
            <p:cNvSpPr/>
            <p:nvPr/>
          </p:nvSpPr>
          <p:spPr>
            <a:xfrm>
              <a:off x="1068016" y="553548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2286" y="21335"/>
                  </a:moveTo>
                  <a:lnTo>
                    <a:pt x="6096" y="21335"/>
                  </a:lnTo>
                  <a:lnTo>
                    <a:pt x="8382" y="20573"/>
                  </a:lnTo>
                  <a:lnTo>
                    <a:pt x="9144" y="19049"/>
                  </a:lnTo>
                  <a:lnTo>
                    <a:pt x="11430" y="16001"/>
                  </a:lnTo>
                  <a:lnTo>
                    <a:pt x="12192" y="12191"/>
                  </a:lnTo>
                  <a:lnTo>
                    <a:pt x="12192" y="3809"/>
                  </a:lnTo>
                  <a:lnTo>
                    <a:pt x="11430" y="2285"/>
                  </a:lnTo>
                  <a:lnTo>
                    <a:pt x="9906" y="761"/>
                  </a:lnTo>
                  <a:lnTo>
                    <a:pt x="8382" y="0"/>
                  </a:lnTo>
                  <a:lnTo>
                    <a:pt x="3810" y="0"/>
                  </a:lnTo>
                  <a:lnTo>
                    <a:pt x="2286" y="761"/>
                  </a:lnTo>
                  <a:lnTo>
                    <a:pt x="762" y="2285"/>
                  </a:lnTo>
                  <a:lnTo>
                    <a:pt x="0" y="3809"/>
                  </a:lnTo>
                  <a:lnTo>
                    <a:pt x="0" y="9143"/>
                  </a:lnTo>
                  <a:lnTo>
                    <a:pt x="12192" y="9143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9" name="object 1719" descr=""/>
            <p:cNvSpPr/>
            <p:nvPr/>
          </p:nvSpPr>
          <p:spPr>
            <a:xfrm>
              <a:off x="1088590" y="553548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1"/>
                  </a:lnTo>
                  <a:lnTo>
                    <a:pt x="12192" y="12953"/>
                  </a:lnTo>
                  <a:lnTo>
                    <a:pt x="11430" y="17525"/>
                  </a:lnTo>
                  <a:lnTo>
                    <a:pt x="9906" y="19049"/>
                  </a:lnTo>
                  <a:lnTo>
                    <a:pt x="9144" y="20573"/>
                  </a:lnTo>
                  <a:lnTo>
                    <a:pt x="6858" y="21335"/>
                  </a:lnTo>
                  <a:lnTo>
                    <a:pt x="5334" y="21335"/>
                  </a:lnTo>
                  <a:lnTo>
                    <a:pt x="3048" y="20573"/>
                  </a:lnTo>
                  <a:lnTo>
                    <a:pt x="2286" y="19049"/>
                  </a:lnTo>
                  <a:lnTo>
                    <a:pt x="762" y="17525"/>
                  </a:lnTo>
                  <a:lnTo>
                    <a:pt x="0" y="12953"/>
                  </a:lnTo>
                  <a:lnTo>
                    <a:pt x="0" y="8381"/>
                  </a:lnTo>
                  <a:lnTo>
                    <a:pt x="762" y="3809"/>
                  </a:lnTo>
                  <a:lnTo>
                    <a:pt x="2286" y="2285"/>
                  </a:lnTo>
                  <a:lnTo>
                    <a:pt x="3048" y="761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0" name="object 1720" descr=""/>
            <p:cNvSpPr/>
            <p:nvPr/>
          </p:nvSpPr>
          <p:spPr>
            <a:xfrm>
              <a:off x="1099258" y="572903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12191" y="761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761"/>
                  </a:lnTo>
                  <a:lnTo>
                    <a:pt x="1523" y="3047"/>
                  </a:lnTo>
                  <a:lnTo>
                    <a:pt x="761" y="5333"/>
                  </a:lnTo>
                  <a:lnTo>
                    <a:pt x="0" y="9143"/>
                  </a:lnTo>
                  <a:lnTo>
                    <a:pt x="0" y="12191"/>
                  </a:lnTo>
                  <a:lnTo>
                    <a:pt x="761" y="16001"/>
                  </a:lnTo>
                  <a:lnTo>
                    <a:pt x="1523" y="18287"/>
                  </a:lnTo>
                  <a:lnTo>
                    <a:pt x="3809" y="20573"/>
                  </a:lnTo>
                  <a:lnTo>
                    <a:pt x="6857" y="21335"/>
                  </a:lnTo>
                  <a:lnTo>
                    <a:pt x="9143" y="21335"/>
                  </a:lnTo>
                  <a:lnTo>
                    <a:pt x="12191" y="20573"/>
                  </a:lnTo>
                  <a:lnTo>
                    <a:pt x="12953" y="19049"/>
                  </a:lnTo>
                  <a:lnTo>
                    <a:pt x="12953" y="12191"/>
                  </a:lnTo>
                  <a:lnTo>
                    <a:pt x="9143" y="1219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1" name="object 1721" descr=""/>
            <p:cNvSpPr/>
            <p:nvPr/>
          </p:nvSpPr>
          <p:spPr>
            <a:xfrm>
              <a:off x="1121356" y="572903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12192" y="21335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2" name="object 1722" descr=""/>
            <p:cNvSpPr/>
            <p:nvPr/>
          </p:nvSpPr>
          <p:spPr>
            <a:xfrm>
              <a:off x="1144216" y="572903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4571" y="0"/>
                  </a:lnTo>
                  <a:lnTo>
                    <a:pt x="7619" y="761"/>
                  </a:lnTo>
                  <a:lnTo>
                    <a:pt x="9905" y="3047"/>
                  </a:lnTo>
                  <a:lnTo>
                    <a:pt x="10667" y="5333"/>
                  </a:lnTo>
                  <a:lnTo>
                    <a:pt x="12191" y="9143"/>
                  </a:lnTo>
                  <a:lnTo>
                    <a:pt x="12192" y="12191"/>
                  </a:lnTo>
                  <a:lnTo>
                    <a:pt x="10668" y="16001"/>
                  </a:lnTo>
                  <a:lnTo>
                    <a:pt x="9906" y="18287"/>
                  </a:lnTo>
                  <a:lnTo>
                    <a:pt x="7620" y="20573"/>
                  </a:lnTo>
                  <a:lnTo>
                    <a:pt x="4572" y="21335"/>
                  </a:lnTo>
                  <a:lnTo>
                    <a:pt x="0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3" name="object 1723" descr=""/>
            <p:cNvSpPr/>
            <p:nvPr/>
          </p:nvSpPr>
          <p:spPr>
            <a:xfrm>
              <a:off x="1440634" y="5633020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19" h="10160">
                  <a:moveTo>
                    <a:pt x="7619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4" name="object 1724" descr=""/>
            <p:cNvSpPr/>
            <p:nvPr/>
          </p:nvSpPr>
          <p:spPr>
            <a:xfrm>
              <a:off x="1436062" y="562159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0667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0667" y="9144"/>
                  </a:lnTo>
                  <a:lnTo>
                    <a:pt x="9906" y="9906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5" name="object 1725" descr=""/>
            <p:cNvSpPr/>
            <p:nvPr/>
          </p:nvSpPr>
          <p:spPr>
            <a:xfrm>
              <a:off x="1189935" y="5277166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6" name="object 1726" descr=""/>
            <p:cNvSpPr/>
            <p:nvPr/>
          </p:nvSpPr>
          <p:spPr>
            <a:xfrm>
              <a:off x="1206699" y="527716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6"/>
                  </a:moveTo>
                  <a:lnTo>
                    <a:pt x="0" y="0"/>
                  </a:lnTo>
                  <a:lnTo>
                    <a:pt x="7620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7" name="object 1727" descr=""/>
            <p:cNvSpPr/>
            <p:nvPr/>
          </p:nvSpPr>
          <p:spPr>
            <a:xfrm>
              <a:off x="1230322" y="529850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8" name="object 1728" descr=""/>
            <p:cNvSpPr/>
            <p:nvPr/>
          </p:nvSpPr>
          <p:spPr>
            <a:xfrm>
              <a:off x="1230322" y="527716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9" name="object 1729" descr=""/>
            <p:cNvSpPr/>
            <p:nvPr/>
          </p:nvSpPr>
          <p:spPr>
            <a:xfrm>
              <a:off x="1250134" y="527716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954" y="12192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0" name="object 1730" descr=""/>
            <p:cNvSpPr/>
            <p:nvPr/>
          </p:nvSpPr>
          <p:spPr>
            <a:xfrm>
              <a:off x="1270708" y="527716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0" y="0"/>
                  </a:moveTo>
                  <a:lnTo>
                    <a:pt x="13716" y="0"/>
                  </a:lnTo>
                  <a:lnTo>
                    <a:pt x="4572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1" name="object 1731" descr=""/>
            <p:cNvSpPr/>
            <p:nvPr/>
          </p:nvSpPr>
          <p:spPr>
            <a:xfrm>
              <a:off x="1292044" y="52771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2" name="object 1732" descr=""/>
            <p:cNvSpPr/>
            <p:nvPr/>
          </p:nvSpPr>
          <p:spPr>
            <a:xfrm>
              <a:off x="1312618" y="52771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1524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3" name="object 1733" descr=""/>
            <p:cNvSpPr/>
            <p:nvPr/>
          </p:nvSpPr>
          <p:spPr>
            <a:xfrm>
              <a:off x="3455362" y="503256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4" name="object 1734" descr=""/>
            <p:cNvSpPr/>
            <p:nvPr/>
          </p:nvSpPr>
          <p:spPr>
            <a:xfrm>
              <a:off x="3481269" y="50409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5" name="object 1735" descr=""/>
            <p:cNvSpPr/>
            <p:nvPr/>
          </p:nvSpPr>
          <p:spPr>
            <a:xfrm>
              <a:off x="3481269" y="501961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5"/>
                  </a:moveTo>
                  <a:lnTo>
                    <a:pt x="6096" y="0"/>
                  </a:lnTo>
                  <a:lnTo>
                    <a:pt x="3810" y="3047"/>
                  </a:lnTo>
                  <a:lnTo>
                    <a:pt x="1524" y="4571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6" name="object 1736" descr=""/>
            <p:cNvSpPr/>
            <p:nvPr/>
          </p:nvSpPr>
          <p:spPr>
            <a:xfrm>
              <a:off x="3500319" y="5019610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762" y="1523"/>
                  </a:moveTo>
                  <a:lnTo>
                    <a:pt x="3810" y="0"/>
                  </a:lnTo>
                  <a:lnTo>
                    <a:pt x="9144" y="0"/>
                  </a:lnTo>
                  <a:lnTo>
                    <a:pt x="11430" y="761"/>
                  </a:lnTo>
                  <a:lnTo>
                    <a:pt x="12192" y="1523"/>
                  </a:lnTo>
                  <a:lnTo>
                    <a:pt x="13716" y="3809"/>
                  </a:lnTo>
                  <a:lnTo>
                    <a:pt x="13716" y="6095"/>
                  </a:lnTo>
                  <a:lnTo>
                    <a:pt x="12192" y="9143"/>
                  </a:lnTo>
                  <a:lnTo>
                    <a:pt x="0" y="21335"/>
                  </a:lnTo>
                  <a:lnTo>
                    <a:pt x="13716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7" name="object 1737" descr=""/>
            <p:cNvSpPr/>
            <p:nvPr/>
          </p:nvSpPr>
          <p:spPr>
            <a:xfrm>
              <a:off x="3520131" y="5019610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0"/>
                  </a:moveTo>
                  <a:lnTo>
                    <a:pt x="6858" y="21335"/>
                  </a:lnTo>
                  <a:lnTo>
                    <a:pt x="13716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8" name="object 1738" descr=""/>
            <p:cNvSpPr/>
            <p:nvPr/>
          </p:nvSpPr>
          <p:spPr>
            <a:xfrm>
              <a:off x="3629860" y="489007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9" name="object 1739" descr=""/>
            <p:cNvSpPr/>
            <p:nvPr/>
          </p:nvSpPr>
          <p:spPr>
            <a:xfrm>
              <a:off x="3629860" y="486873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0" name="object 1740" descr=""/>
            <p:cNvSpPr/>
            <p:nvPr/>
          </p:nvSpPr>
          <p:spPr>
            <a:xfrm>
              <a:off x="3650433" y="486873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2"/>
                  </a:lnTo>
                  <a:lnTo>
                    <a:pt x="9906" y="2286"/>
                  </a:lnTo>
                  <a:lnTo>
                    <a:pt x="11430" y="3810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1" name="object 1741" descr=""/>
            <p:cNvSpPr/>
            <p:nvPr/>
          </p:nvSpPr>
          <p:spPr>
            <a:xfrm>
              <a:off x="3671007" y="486873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2"/>
                  </a:lnTo>
                  <a:lnTo>
                    <a:pt x="9906" y="2286"/>
                  </a:lnTo>
                  <a:lnTo>
                    <a:pt x="11430" y="3810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1524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2" name="object 1742" descr=""/>
            <p:cNvSpPr/>
            <p:nvPr/>
          </p:nvSpPr>
          <p:spPr>
            <a:xfrm>
              <a:off x="3692344" y="486873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3" name="object 1743" descr=""/>
            <p:cNvSpPr/>
            <p:nvPr/>
          </p:nvSpPr>
          <p:spPr>
            <a:xfrm>
              <a:off x="3694630" y="488168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4" name="object 1744" descr=""/>
            <p:cNvSpPr/>
            <p:nvPr/>
          </p:nvSpPr>
          <p:spPr>
            <a:xfrm>
              <a:off x="3692344" y="4875592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5" name="object 1745" descr=""/>
            <p:cNvSpPr/>
            <p:nvPr/>
          </p:nvSpPr>
          <p:spPr>
            <a:xfrm>
              <a:off x="3457648" y="557815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6" name="object 1746" descr=""/>
            <p:cNvSpPr/>
            <p:nvPr/>
          </p:nvSpPr>
          <p:spPr>
            <a:xfrm>
              <a:off x="3457648" y="555682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7" name="object 1747" descr=""/>
            <p:cNvSpPr/>
            <p:nvPr/>
          </p:nvSpPr>
          <p:spPr>
            <a:xfrm>
              <a:off x="3478222" y="555682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10668" y="19812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8" name="object 1748" descr=""/>
            <p:cNvSpPr/>
            <p:nvPr/>
          </p:nvSpPr>
          <p:spPr>
            <a:xfrm>
              <a:off x="3498795" y="555682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2"/>
                  </a:lnTo>
                  <a:lnTo>
                    <a:pt x="9906" y="2286"/>
                  </a:lnTo>
                  <a:lnTo>
                    <a:pt x="11430" y="3810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9" name="object 1749" descr=""/>
            <p:cNvSpPr/>
            <p:nvPr/>
          </p:nvSpPr>
          <p:spPr>
            <a:xfrm>
              <a:off x="3520131" y="555682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0" name="object 1750" descr=""/>
            <p:cNvSpPr/>
            <p:nvPr/>
          </p:nvSpPr>
          <p:spPr>
            <a:xfrm>
              <a:off x="3522418" y="5570536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0" y="0"/>
                  </a:moveTo>
                  <a:lnTo>
                    <a:pt x="6096" y="761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1" name="object 1751" descr=""/>
            <p:cNvSpPr/>
            <p:nvPr/>
          </p:nvSpPr>
          <p:spPr>
            <a:xfrm>
              <a:off x="3520131" y="5563678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2" name="object 1752" descr=""/>
            <p:cNvSpPr/>
            <p:nvPr/>
          </p:nvSpPr>
          <p:spPr>
            <a:xfrm>
              <a:off x="3457648" y="532060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3" name="object 1753" descr=""/>
            <p:cNvSpPr/>
            <p:nvPr/>
          </p:nvSpPr>
          <p:spPr>
            <a:xfrm>
              <a:off x="3457648" y="5298502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7"/>
                  </a:moveTo>
                  <a:lnTo>
                    <a:pt x="6096" y="0"/>
                  </a:lnTo>
                  <a:lnTo>
                    <a:pt x="4572" y="3047"/>
                  </a:lnTo>
                  <a:lnTo>
                    <a:pt x="2286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4" name="object 1754" descr=""/>
            <p:cNvSpPr/>
            <p:nvPr/>
          </p:nvSpPr>
          <p:spPr>
            <a:xfrm>
              <a:off x="3478222" y="529850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11429" y="0"/>
                  </a:moveTo>
                  <a:lnTo>
                    <a:pt x="761" y="0"/>
                  </a:lnTo>
                  <a:lnTo>
                    <a:pt x="0" y="10667"/>
                  </a:lnTo>
                  <a:lnTo>
                    <a:pt x="761" y="9905"/>
                  </a:lnTo>
                  <a:lnTo>
                    <a:pt x="3047" y="8381"/>
                  </a:lnTo>
                  <a:lnTo>
                    <a:pt x="8381" y="8381"/>
                  </a:lnTo>
                  <a:lnTo>
                    <a:pt x="10667" y="9905"/>
                  </a:lnTo>
                  <a:lnTo>
                    <a:pt x="11429" y="10667"/>
                  </a:lnTo>
                  <a:lnTo>
                    <a:pt x="12191" y="12953"/>
                  </a:lnTo>
                  <a:lnTo>
                    <a:pt x="12191" y="17525"/>
                  </a:lnTo>
                  <a:lnTo>
                    <a:pt x="11429" y="19811"/>
                  </a:lnTo>
                  <a:lnTo>
                    <a:pt x="10667" y="20573"/>
                  </a:lnTo>
                  <a:lnTo>
                    <a:pt x="8381" y="22097"/>
                  </a:lnTo>
                  <a:lnTo>
                    <a:pt x="3047" y="22097"/>
                  </a:lnTo>
                  <a:lnTo>
                    <a:pt x="761" y="20573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5" name="object 1755" descr=""/>
            <p:cNvSpPr/>
            <p:nvPr/>
          </p:nvSpPr>
          <p:spPr>
            <a:xfrm>
              <a:off x="3498795" y="529850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12192" y="13715"/>
                  </a:lnTo>
                  <a:lnTo>
                    <a:pt x="11430" y="17525"/>
                  </a:lnTo>
                  <a:lnTo>
                    <a:pt x="9906" y="19811"/>
                  </a:lnTo>
                  <a:lnTo>
                    <a:pt x="9144" y="20573"/>
                  </a:lnTo>
                  <a:lnTo>
                    <a:pt x="6858" y="22097"/>
                  </a:lnTo>
                  <a:lnTo>
                    <a:pt x="5334" y="22097"/>
                  </a:lnTo>
                  <a:lnTo>
                    <a:pt x="3048" y="20573"/>
                  </a:lnTo>
                  <a:lnTo>
                    <a:pt x="2286" y="19811"/>
                  </a:lnTo>
                  <a:lnTo>
                    <a:pt x="762" y="17525"/>
                  </a:lnTo>
                  <a:lnTo>
                    <a:pt x="0" y="13715"/>
                  </a:lnTo>
                  <a:lnTo>
                    <a:pt x="0" y="8381"/>
                  </a:lnTo>
                  <a:lnTo>
                    <a:pt x="762" y="4571"/>
                  </a:lnTo>
                  <a:lnTo>
                    <a:pt x="2286" y="2285"/>
                  </a:lnTo>
                  <a:lnTo>
                    <a:pt x="3048" y="1523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6" name="object 1756" descr=""/>
            <p:cNvSpPr/>
            <p:nvPr/>
          </p:nvSpPr>
          <p:spPr>
            <a:xfrm>
              <a:off x="3520131" y="5298502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7" name="object 1757" descr=""/>
            <p:cNvSpPr/>
            <p:nvPr/>
          </p:nvSpPr>
          <p:spPr>
            <a:xfrm>
              <a:off x="3522418" y="531221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8" name="object 1758" descr=""/>
            <p:cNvSpPr/>
            <p:nvPr/>
          </p:nvSpPr>
          <p:spPr>
            <a:xfrm>
              <a:off x="3520131" y="5306122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9" name="object 1759" descr=""/>
            <p:cNvSpPr/>
            <p:nvPr/>
          </p:nvSpPr>
          <p:spPr>
            <a:xfrm>
              <a:off x="3392116" y="402977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0" y="0"/>
                  </a:moveTo>
                  <a:lnTo>
                    <a:pt x="13716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192" y="10667"/>
                  </a:lnTo>
                  <a:lnTo>
                    <a:pt x="13716" y="12191"/>
                  </a:lnTo>
                  <a:lnTo>
                    <a:pt x="13716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3048" y="22098"/>
                  </a:lnTo>
                  <a:lnTo>
                    <a:pt x="1524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0" name="object 1760" descr=""/>
            <p:cNvSpPr/>
            <p:nvPr/>
          </p:nvSpPr>
          <p:spPr>
            <a:xfrm>
              <a:off x="3412689" y="402977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0" y="0"/>
                  </a:moveTo>
                  <a:lnTo>
                    <a:pt x="13716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192" y="10667"/>
                  </a:lnTo>
                  <a:lnTo>
                    <a:pt x="13716" y="12191"/>
                  </a:lnTo>
                  <a:lnTo>
                    <a:pt x="13716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3048" y="22098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1" name="object 1761" descr=""/>
            <p:cNvSpPr/>
            <p:nvPr/>
          </p:nvSpPr>
          <p:spPr>
            <a:xfrm>
              <a:off x="3434025" y="402977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7620" y="0"/>
                  </a:lnTo>
                  <a:lnTo>
                    <a:pt x="9144" y="1523"/>
                  </a:lnTo>
                  <a:lnTo>
                    <a:pt x="10668" y="2285"/>
                  </a:lnTo>
                  <a:lnTo>
                    <a:pt x="11430" y="4571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1430" y="17526"/>
                  </a:lnTo>
                  <a:lnTo>
                    <a:pt x="10668" y="19812"/>
                  </a:lnTo>
                  <a:lnTo>
                    <a:pt x="9144" y="20574"/>
                  </a:lnTo>
                  <a:lnTo>
                    <a:pt x="7620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1524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4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2" name="object 1762" descr=""/>
            <p:cNvSpPr/>
            <p:nvPr/>
          </p:nvSpPr>
          <p:spPr>
            <a:xfrm>
              <a:off x="3456124" y="4029772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3" name="object 1763" descr=""/>
            <p:cNvSpPr/>
            <p:nvPr/>
          </p:nvSpPr>
          <p:spPr>
            <a:xfrm>
              <a:off x="3457648" y="404348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4" name="object 1764" descr=""/>
            <p:cNvSpPr/>
            <p:nvPr/>
          </p:nvSpPr>
          <p:spPr>
            <a:xfrm>
              <a:off x="3456124" y="4037392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20" y="0"/>
                  </a:moveTo>
                  <a:lnTo>
                    <a:pt x="0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5" name="object 1765" descr=""/>
            <p:cNvSpPr/>
            <p:nvPr/>
          </p:nvSpPr>
          <p:spPr>
            <a:xfrm>
              <a:off x="3261814" y="548443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 h="0">
                  <a:moveTo>
                    <a:pt x="0" y="0"/>
                  </a:moveTo>
                  <a:lnTo>
                    <a:pt x="1600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6" name="object 1766" descr=""/>
            <p:cNvSpPr/>
            <p:nvPr/>
          </p:nvSpPr>
          <p:spPr>
            <a:xfrm>
              <a:off x="3287722" y="549205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7" name="object 1767" descr=""/>
            <p:cNvSpPr/>
            <p:nvPr/>
          </p:nvSpPr>
          <p:spPr>
            <a:xfrm>
              <a:off x="3287722" y="547071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5"/>
                  </a:moveTo>
                  <a:lnTo>
                    <a:pt x="6096" y="0"/>
                  </a:lnTo>
                  <a:lnTo>
                    <a:pt x="3810" y="3047"/>
                  </a:lnTo>
                  <a:lnTo>
                    <a:pt x="1524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8" name="object 1768" descr=""/>
            <p:cNvSpPr/>
            <p:nvPr/>
          </p:nvSpPr>
          <p:spPr>
            <a:xfrm>
              <a:off x="3306772" y="547071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762" y="2285"/>
                  </a:moveTo>
                  <a:lnTo>
                    <a:pt x="2286" y="1523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3"/>
                  </a:lnTo>
                  <a:lnTo>
                    <a:pt x="12192" y="2285"/>
                  </a:lnTo>
                  <a:lnTo>
                    <a:pt x="13716" y="4571"/>
                  </a:lnTo>
                  <a:lnTo>
                    <a:pt x="13716" y="6095"/>
                  </a:lnTo>
                  <a:lnTo>
                    <a:pt x="12192" y="9143"/>
                  </a:lnTo>
                  <a:lnTo>
                    <a:pt x="0" y="21335"/>
                  </a:lnTo>
                  <a:lnTo>
                    <a:pt x="13716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9" name="object 1769" descr=""/>
            <p:cNvSpPr/>
            <p:nvPr/>
          </p:nvSpPr>
          <p:spPr>
            <a:xfrm>
              <a:off x="3326583" y="547071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0"/>
                  </a:moveTo>
                  <a:lnTo>
                    <a:pt x="6858" y="21335"/>
                  </a:lnTo>
                  <a:lnTo>
                    <a:pt x="13716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0" name="object 1770" descr=""/>
            <p:cNvSpPr/>
            <p:nvPr/>
          </p:nvSpPr>
          <p:spPr>
            <a:xfrm>
              <a:off x="1433776" y="430942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1" name="object 1771" descr=""/>
            <p:cNvSpPr/>
            <p:nvPr/>
          </p:nvSpPr>
          <p:spPr>
            <a:xfrm>
              <a:off x="1455112" y="430942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2" name="object 1772" descr=""/>
            <p:cNvSpPr/>
            <p:nvPr/>
          </p:nvSpPr>
          <p:spPr>
            <a:xfrm>
              <a:off x="1476448" y="430942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3" name="object 1773" descr=""/>
            <p:cNvSpPr/>
            <p:nvPr/>
          </p:nvSpPr>
          <p:spPr>
            <a:xfrm>
              <a:off x="1478734" y="4323142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0" y="0"/>
                  </a:moveTo>
                  <a:lnTo>
                    <a:pt x="6096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4" name="object 1774" descr=""/>
            <p:cNvSpPr/>
            <p:nvPr/>
          </p:nvSpPr>
          <p:spPr>
            <a:xfrm>
              <a:off x="1476448" y="4317046"/>
              <a:ext cx="8890" cy="7620"/>
            </a:xfrm>
            <a:custGeom>
              <a:avLst/>
              <a:gdLst/>
              <a:ahLst/>
              <a:cxnLst/>
              <a:rect l="l" t="t" r="r" b="b"/>
              <a:pathLst>
                <a:path w="8890" h="7620">
                  <a:moveTo>
                    <a:pt x="8381" y="0"/>
                  </a:moveTo>
                  <a:lnTo>
                    <a:pt x="0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5" name="object 1775" descr=""/>
            <p:cNvSpPr/>
            <p:nvPr/>
          </p:nvSpPr>
          <p:spPr>
            <a:xfrm>
              <a:off x="1356914" y="4502974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69" h="20954">
                  <a:moveTo>
                    <a:pt x="12091" y="1524"/>
                  </a:moveTo>
                  <a:lnTo>
                    <a:pt x="10567" y="0"/>
                  </a:lnTo>
                  <a:lnTo>
                    <a:pt x="2353" y="3243"/>
                  </a:lnTo>
                  <a:lnTo>
                    <a:pt x="0" y="11791"/>
                  </a:lnTo>
                  <a:lnTo>
                    <a:pt x="3311" y="19588"/>
                  </a:lnTo>
                  <a:lnTo>
                    <a:pt x="12091" y="20574"/>
                  </a:lnTo>
                  <a:lnTo>
                    <a:pt x="13615" y="19812"/>
                  </a:lnTo>
                  <a:lnTo>
                    <a:pt x="13615" y="12192"/>
                  </a:lnTo>
                  <a:lnTo>
                    <a:pt x="90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6" name="object 1776" descr=""/>
            <p:cNvSpPr/>
            <p:nvPr/>
          </p:nvSpPr>
          <p:spPr>
            <a:xfrm>
              <a:off x="1379674" y="450297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7" name="object 1777" descr=""/>
            <p:cNvSpPr/>
            <p:nvPr/>
          </p:nvSpPr>
          <p:spPr>
            <a:xfrm>
              <a:off x="1401772" y="450297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1524"/>
                  </a:lnTo>
                  <a:lnTo>
                    <a:pt x="10667" y="3048"/>
                  </a:lnTo>
                  <a:lnTo>
                    <a:pt x="11429" y="5334"/>
                  </a:lnTo>
                  <a:lnTo>
                    <a:pt x="12954" y="9144"/>
                  </a:lnTo>
                  <a:lnTo>
                    <a:pt x="12954" y="12192"/>
                  </a:lnTo>
                  <a:lnTo>
                    <a:pt x="11430" y="16764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8" name="object 1778" descr=""/>
            <p:cNvSpPr/>
            <p:nvPr/>
          </p:nvSpPr>
          <p:spPr>
            <a:xfrm>
              <a:off x="1949649" y="402977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762" y="2286"/>
                  </a:moveTo>
                  <a:lnTo>
                    <a:pt x="2286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9" name="object 1779" descr=""/>
            <p:cNvSpPr/>
            <p:nvPr/>
          </p:nvSpPr>
          <p:spPr>
            <a:xfrm>
              <a:off x="1972510" y="4029772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0" name="object 1780" descr=""/>
            <p:cNvSpPr/>
            <p:nvPr/>
          </p:nvSpPr>
          <p:spPr>
            <a:xfrm>
              <a:off x="1974033" y="404348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1" name="object 1781" descr=""/>
            <p:cNvSpPr/>
            <p:nvPr/>
          </p:nvSpPr>
          <p:spPr>
            <a:xfrm>
              <a:off x="1972510" y="4037392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20">
                  <a:moveTo>
                    <a:pt x="7619" y="0"/>
                  </a:moveTo>
                  <a:lnTo>
                    <a:pt x="0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2" name="object 1782" descr=""/>
            <p:cNvSpPr/>
            <p:nvPr/>
          </p:nvSpPr>
          <p:spPr>
            <a:xfrm>
              <a:off x="1873449" y="420198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192" y="762"/>
                  </a:moveTo>
                  <a:lnTo>
                    <a:pt x="9906" y="0"/>
                  </a:lnTo>
                  <a:lnTo>
                    <a:pt x="6858" y="0"/>
                  </a:lnTo>
                  <a:lnTo>
                    <a:pt x="3810" y="762"/>
                  </a:lnTo>
                  <a:lnTo>
                    <a:pt x="1524" y="3048"/>
                  </a:lnTo>
                  <a:lnTo>
                    <a:pt x="762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2" y="16764"/>
                  </a:lnTo>
                  <a:lnTo>
                    <a:pt x="2578" y="21932"/>
                  </a:lnTo>
                  <a:lnTo>
                    <a:pt x="7835" y="22085"/>
                  </a:lnTo>
                  <a:lnTo>
                    <a:pt x="12192" y="20574"/>
                  </a:lnTo>
                  <a:lnTo>
                    <a:pt x="12954" y="19812"/>
                  </a:lnTo>
                  <a:lnTo>
                    <a:pt x="12954" y="12192"/>
                  </a:lnTo>
                  <a:lnTo>
                    <a:pt x="9144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3" name="object 1783" descr=""/>
            <p:cNvSpPr/>
            <p:nvPr/>
          </p:nvSpPr>
          <p:spPr>
            <a:xfrm>
              <a:off x="1895548" y="420198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4" name="object 1784" descr=""/>
            <p:cNvSpPr/>
            <p:nvPr/>
          </p:nvSpPr>
          <p:spPr>
            <a:xfrm>
              <a:off x="1918408" y="420198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4571" y="0"/>
                  </a:lnTo>
                  <a:lnTo>
                    <a:pt x="7619" y="762"/>
                  </a:lnTo>
                  <a:lnTo>
                    <a:pt x="9905" y="3048"/>
                  </a:lnTo>
                  <a:lnTo>
                    <a:pt x="10667" y="5334"/>
                  </a:lnTo>
                  <a:lnTo>
                    <a:pt x="12191" y="9144"/>
                  </a:lnTo>
                  <a:lnTo>
                    <a:pt x="4572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5" name="object 1785" descr=""/>
            <p:cNvSpPr/>
            <p:nvPr/>
          </p:nvSpPr>
          <p:spPr>
            <a:xfrm>
              <a:off x="1488640" y="407320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762" y="1524"/>
                  </a:move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1524"/>
                  </a:lnTo>
                  <a:lnTo>
                    <a:pt x="12954" y="3810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6" name="object 1786" descr=""/>
            <p:cNvSpPr/>
            <p:nvPr/>
          </p:nvSpPr>
          <p:spPr>
            <a:xfrm>
              <a:off x="1508236" y="407320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7073" y="0"/>
                  </a:moveTo>
                  <a:lnTo>
                    <a:pt x="9359" y="0"/>
                  </a:lnTo>
                  <a:lnTo>
                    <a:pt x="12407" y="1523"/>
                  </a:lnTo>
                  <a:lnTo>
                    <a:pt x="13169" y="3809"/>
                  </a:lnTo>
                  <a:lnTo>
                    <a:pt x="13931" y="8382"/>
                  </a:lnTo>
                  <a:lnTo>
                    <a:pt x="13931" y="12954"/>
                  </a:lnTo>
                  <a:lnTo>
                    <a:pt x="13169" y="17526"/>
                  </a:lnTo>
                  <a:lnTo>
                    <a:pt x="12407" y="19050"/>
                  </a:lnTo>
                  <a:lnTo>
                    <a:pt x="10883" y="20574"/>
                  </a:lnTo>
                  <a:lnTo>
                    <a:pt x="9359" y="21336"/>
                  </a:lnTo>
                  <a:lnTo>
                    <a:pt x="7073" y="21336"/>
                  </a:lnTo>
                  <a:lnTo>
                    <a:pt x="0" y="19773"/>
                  </a:lnTo>
                  <a:lnTo>
                    <a:pt x="431" y="6032"/>
                  </a:lnTo>
                  <a:lnTo>
                    <a:pt x="4025" y="1524"/>
                  </a:lnTo>
                  <a:lnTo>
                    <a:pt x="4787" y="762"/>
                  </a:lnTo>
                  <a:lnTo>
                    <a:pt x="707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7" name="object 1787" descr=""/>
            <p:cNvSpPr/>
            <p:nvPr/>
          </p:nvSpPr>
          <p:spPr>
            <a:xfrm>
              <a:off x="1531312" y="407320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8" name="object 1788" descr=""/>
            <p:cNvSpPr/>
            <p:nvPr/>
          </p:nvSpPr>
          <p:spPr>
            <a:xfrm>
              <a:off x="1533598" y="408616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9" name="object 1789" descr=""/>
            <p:cNvSpPr/>
            <p:nvPr/>
          </p:nvSpPr>
          <p:spPr>
            <a:xfrm>
              <a:off x="1531312" y="4080064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381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0" name="object 1790" descr=""/>
            <p:cNvSpPr/>
            <p:nvPr/>
          </p:nvSpPr>
          <p:spPr>
            <a:xfrm>
              <a:off x="1231846" y="409454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1" name="object 1791" descr=""/>
            <p:cNvSpPr/>
            <p:nvPr/>
          </p:nvSpPr>
          <p:spPr>
            <a:xfrm>
              <a:off x="1231846" y="407320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2" name="object 1792" descr=""/>
            <p:cNvSpPr/>
            <p:nvPr/>
          </p:nvSpPr>
          <p:spPr>
            <a:xfrm>
              <a:off x="1251658" y="407320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5334" y="0"/>
                  </a:moveTo>
                  <a:lnTo>
                    <a:pt x="7620" y="0"/>
                  </a:lnTo>
                  <a:lnTo>
                    <a:pt x="9906" y="762"/>
                  </a:lnTo>
                  <a:lnTo>
                    <a:pt x="10668" y="1524"/>
                  </a:lnTo>
                  <a:lnTo>
                    <a:pt x="12954" y="8382"/>
                  </a:lnTo>
                  <a:lnTo>
                    <a:pt x="12954" y="12954"/>
                  </a:lnTo>
                  <a:lnTo>
                    <a:pt x="11430" y="17526"/>
                  </a:lnTo>
                  <a:lnTo>
                    <a:pt x="9906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810" y="20574"/>
                  </a:lnTo>
                  <a:lnTo>
                    <a:pt x="2286" y="19050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2286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3" name="object 1793" descr=""/>
            <p:cNvSpPr/>
            <p:nvPr/>
          </p:nvSpPr>
          <p:spPr>
            <a:xfrm>
              <a:off x="1273756" y="407320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4" name="object 1794" descr=""/>
            <p:cNvSpPr/>
            <p:nvPr/>
          </p:nvSpPr>
          <p:spPr>
            <a:xfrm>
              <a:off x="1275280" y="408616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5" name="object 1795" descr=""/>
            <p:cNvSpPr/>
            <p:nvPr/>
          </p:nvSpPr>
          <p:spPr>
            <a:xfrm>
              <a:off x="1273756" y="4080064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19" h="8889">
                  <a:moveTo>
                    <a:pt x="7619" y="0"/>
                  </a:moveTo>
                  <a:lnTo>
                    <a:pt x="0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6" name="object 1796" descr=""/>
            <p:cNvSpPr/>
            <p:nvPr/>
          </p:nvSpPr>
          <p:spPr>
            <a:xfrm>
              <a:off x="1089352" y="400005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7" name="object 1797" descr=""/>
            <p:cNvSpPr/>
            <p:nvPr/>
          </p:nvSpPr>
          <p:spPr>
            <a:xfrm>
              <a:off x="1097734" y="399243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8" name="object 1798" descr=""/>
            <p:cNvSpPr/>
            <p:nvPr/>
          </p:nvSpPr>
          <p:spPr>
            <a:xfrm>
              <a:off x="1115260" y="400843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9" name="object 1799" descr=""/>
            <p:cNvSpPr/>
            <p:nvPr/>
          </p:nvSpPr>
          <p:spPr>
            <a:xfrm>
              <a:off x="1115260" y="398710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0" name="object 1800" descr=""/>
            <p:cNvSpPr/>
            <p:nvPr/>
          </p:nvSpPr>
          <p:spPr>
            <a:xfrm>
              <a:off x="1135072" y="398710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762" y="2286"/>
                  </a:moveTo>
                  <a:lnTo>
                    <a:pt x="1524" y="762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0668" y="762"/>
                  </a:lnTo>
                  <a:lnTo>
                    <a:pt x="12192" y="2286"/>
                  </a:lnTo>
                  <a:lnTo>
                    <a:pt x="12954" y="3810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1" name="object 1801" descr=""/>
            <p:cNvSpPr/>
            <p:nvPr/>
          </p:nvSpPr>
          <p:spPr>
            <a:xfrm>
              <a:off x="1154122" y="398710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7620" y="21336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2" name="object 1802" descr=""/>
            <p:cNvSpPr/>
            <p:nvPr/>
          </p:nvSpPr>
          <p:spPr>
            <a:xfrm>
              <a:off x="4394145" y="396576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3" name="object 1803" descr=""/>
            <p:cNvSpPr/>
            <p:nvPr/>
          </p:nvSpPr>
          <p:spPr>
            <a:xfrm>
              <a:off x="4400242" y="396576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4" name="object 1804" descr=""/>
            <p:cNvSpPr/>
            <p:nvPr/>
          </p:nvSpPr>
          <p:spPr>
            <a:xfrm>
              <a:off x="4413195" y="3965764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5" name="object 1805" descr=""/>
            <p:cNvSpPr/>
            <p:nvPr/>
          </p:nvSpPr>
          <p:spPr>
            <a:xfrm>
              <a:off x="4429960" y="396576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2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1523"/>
                  </a:lnTo>
                  <a:lnTo>
                    <a:pt x="10668" y="3809"/>
                  </a:lnTo>
                  <a:lnTo>
                    <a:pt x="12192" y="7620"/>
                  </a:lnTo>
                  <a:lnTo>
                    <a:pt x="12192" y="12954"/>
                  </a:lnTo>
                  <a:lnTo>
                    <a:pt x="10668" y="17526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4572" y="21336"/>
                  </a:lnTo>
                  <a:lnTo>
                    <a:pt x="3048" y="20574"/>
                  </a:lnTo>
                  <a:lnTo>
                    <a:pt x="1524" y="19050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762" y="3810"/>
                  </a:lnTo>
                  <a:lnTo>
                    <a:pt x="1524" y="1524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6" name="object 1806" descr=""/>
            <p:cNvSpPr/>
            <p:nvPr/>
          </p:nvSpPr>
          <p:spPr>
            <a:xfrm>
              <a:off x="4449010" y="396576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7" name="object 1807" descr=""/>
            <p:cNvSpPr/>
            <p:nvPr/>
          </p:nvSpPr>
          <p:spPr>
            <a:xfrm>
              <a:off x="4481013" y="397262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8" name="object 1808" descr=""/>
            <p:cNvSpPr/>
            <p:nvPr/>
          </p:nvSpPr>
          <p:spPr>
            <a:xfrm>
              <a:off x="4470345" y="3964240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39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9" name="object 1809" descr=""/>
            <p:cNvSpPr/>
            <p:nvPr/>
          </p:nvSpPr>
          <p:spPr>
            <a:xfrm>
              <a:off x="4164783" y="3943666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906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0" name="object 1810" descr=""/>
            <p:cNvSpPr/>
            <p:nvPr/>
          </p:nvSpPr>
          <p:spPr>
            <a:xfrm>
              <a:off x="4186119" y="3963478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1524" y="0"/>
                  </a:moveTo>
                  <a:lnTo>
                    <a:pt x="2286" y="761"/>
                  </a:lnTo>
                  <a:lnTo>
                    <a:pt x="1524" y="2286"/>
                  </a:lnTo>
                  <a:lnTo>
                    <a:pt x="0" y="762"/>
                  </a:lnTo>
                  <a:lnTo>
                    <a:pt x="1524" y="0"/>
                  </a:lnTo>
                  <a:lnTo>
                    <a:pt x="1524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1" name="object 1811" descr=""/>
            <p:cNvSpPr/>
            <p:nvPr/>
          </p:nvSpPr>
          <p:spPr>
            <a:xfrm>
              <a:off x="4195263" y="3943666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1524" y="2286"/>
                  </a:moveTo>
                  <a:lnTo>
                    <a:pt x="2286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906"/>
                  </a:lnTo>
                  <a:lnTo>
                    <a:pt x="0" y="22098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2" name="object 1812" descr=""/>
            <p:cNvSpPr/>
            <p:nvPr/>
          </p:nvSpPr>
          <p:spPr>
            <a:xfrm>
              <a:off x="4218124" y="394366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3" name="object 1813" descr=""/>
            <p:cNvSpPr/>
            <p:nvPr/>
          </p:nvSpPr>
          <p:spPr>
            <a:xfrm>
              <a:off x="4220410" y="3957382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4" name="object 1814" descr=""/>
            <p:cNvSpPr/>
            <p:nvPr/>
          </p:nvSpPr>
          <p:spPr>
            <a:xfrm>
              <a:off x="4218124" y="3951286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5" name="object 1815" descr=""/>
            <p:cNvSpPr/>
            <p:nvPr/>
          </p:nvSpPr>
          <p:spPr>
            <a:xfrm>
              <a:off x="3636718" y="439553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191" y="762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762"/>
                  </a:lnTo>
                  <a:lnTo>
                    <a:pt x="1523" y="3048"/>
                  </a:lnTo>
                  <a:lnTo>
                    <a:pt x="761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764"/>
                  </a:lnTo>
                  <a:lnTo>
                    <a:pt x="2578" y="21932"/>
                  </a:lnTo>
                  <a:lnTo>
                    <a:pt x="7823" y="22085"/>
                  </a:lnTo>
                  <a:lnTo>
                    <a:pt x="12191" y="20574"/>
                  </a:lnTo>
                  <a:lnTo>
                    <a:pt x="12953" y="19812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6" name="object 1816" descr=""/>
            <p:cNvSpPr/>
            <p:nvPr/>
          </p:nvSpPr>
          <p:spPr>
            <a:xfrm>
              <a:off x="3658816" y="439553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7" name="object 1817" descr=""/>
            <p:cNvSpPr/>
            <p:nvPr/>
          </p:nvSpPr>
          <p:spPr>
            <a:xfrm>
              <a:off x="3681675" y="439553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2"/>
                  </a:lnTo>
                  <a:lnTo>
                    <a:pt x="11429" y="5334"/>
                  </a:lnTo>
                  <a:lnTo>
                    <a:pt x="12191" y="9144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9906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8" name="object 1818" descr=""/>
            <p:cNvSpPr/>
            <p:nvPr/>
          </p:nvSpPr>
          <p:spPr>
            <a:xfrm>
              <a:off x="3748731" y="400843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9" name="object 1819" descr=""/>
            <p:cNvSpPr/>
            <p:nvPr/>
          </p:nvSpPr>
          <p:spPr>
            <a:xfrm>
              <a:off x="3754827" y="400843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0" name="object 1820" descr=""/>
            <p:cNvSpPr/>
            <p:nvPr/>
          </p:nvSpPr>
          <p:spPr>
            <a:xfrm>
              <a:off x="3767781" y="4008436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5" h="21589">
                  <a:moveTo>
                    <a:pt x="10667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1" name="object 1821" descr=""/>
            <p:cNvSpPr/>
            <p:nvPr/>
          </p:nvSpPr>
          <p:spPr>
            <a:xfrm>
              <a:off x="3784545" y="400843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2" name="object 1822" descr=""/>
            <p:cNvSpPr/>
            <p:nvPr/>
          </p:nvSpPr>
          <p:spPr>
            <a:xfrm>
              <a:off x="3804357" y="400843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0"/>
                  </a:moveTo>
                  <a:lnTo>
                    <a:pt x="13716" y="0"/>
                  </a:lnTo>
                  <a:lnTo>
                    <a:pt x="4572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3" name="object 1823" descr=""/>
            <p:cNvSpPr/>
            <p:nvPr/>
          </p:nvSpPr>
          <p:spPr>
            <a:xfrm>
              <a:off x="3835600" y="4016056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70">
                  <a:moveTo>
                    <a:pt x="0" y="0"/>
                  </a:move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4" name="object 1824" descr=""/>
            <p:cNvSpPr/>
            <p:nvPr/>
          </p:nvSpPr>
          <p:spPr>
            <a:xfrm>
              <a:off x="3825694" y="4007674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4572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5" name="object 1825" descr=""/>
            <p:cNvSpPr/>
            <p:nvPr/>
          </p:nvSpPr>
          <p:spPr>
            <a:xfrm>
              <a:off x="4199074" y="562159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6" name="object 1826" descr=""/>
            <p:cNvSpPr/>
            <p:nvPr/>
          </p:nvSpPr>
          <p:spPr>
            <a:xfrm>
              <a:off x="4199074" y="560025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7" name="object 1827" descr=""/>
            <p:cNvSpPr/>
            <p:nvPr/>
          </p:nvSpPr>
          <p:spPr>
            <a:xfrm>
              <a:off x="4219648" y="5600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12192" y="12954"/>
                  </a:lnTo>
                  <a:lnTo>
                    <a:pt x="11430" y="16764"/>
                  </a:lnTo>
                  <a:lnTo>
                    <a:pt x="10668" y="19050"/>
                  </a:lnTo>
                  <a:lnTo>
                    <a:pt x="9144" y="19812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19812"/>
                  </a:lnTo>
                  <a:lnTo>
                    <a:pt x="2286" y="19050"/>
                  </a:lnTo>
                  <a:lnTo>
                    <a:pt x="762" y="16764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762" y="3810"/>
                  </a:lnTo>
                  <a:lnTo>
                    <a:pt x="2286" y="1524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8" name="object 1828" descr=""/>
            <p:cNvSpPr/>
            <p:nvPr/>
          </p:nvSpPr>
          <p:spPr>
            <a:xfrm>
              <a:off x="4240983" y="560025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9" name="object 1829" descr=""/>
            <p:cNvSpPr/>
            <p:nvPr/>
          </p:nvSpPr>
          <p:spPr>
            <a:xfrm>
              <a:off x="4243269" y="561320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0" name="object 1830" descr=""/>
            <p:cNvSpPr/>
            <p:nvPr/>
          </p:nvSpPr>
          <p:spPr>
            <a:xfrm>
              <a:off x="4240983" y="5607112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1" name="object 1831" descr=""/>
            <p:cNvSpPr/>
            <p:nvPr/>
          </p:nvSpPr>
          <p:spPr>
            <a:xfrm>
              <a:off x="3636718" y="5857810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191" y="1524"/>
                  </a:moveTo>
                  <a:lnTo>
                    <a:pt x="9905" y="0"/>
                  </a:lnTo>
                  <a:lnTo>
                    <a:pt x="6857" y="0"/>
                  </a:lnTo>
                  <a:lnTo>
                    <a:pt x="3809" y="1524"/>
                  </a:lnTo>
                  <a:lnTo>
                    <a:pt x="1523" y="3048"/>
                  </a:lnTo>
                  <a:lnTo>
                    <a:pt x="761" y="5334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761" y="16764"/>
                  </a:lnTo>
                  <a:lnTo>
                    <a:pt x="2578" y="21932"/>
                  </a:lnTo>
                  <a:lnTo>
                    <a:pt x="7823" y="22085"/>
                  </a:lnTo>
                  <a:lnTo>
                    <a:pt x="12191" y="20574"/>
                  </a:lnTo>
                  <a:lnTo>
                    <a:pt x="12953" y="19812"/>
                  </a:lnTo>
                  <a:lnTo>
                    <a:pt x="12953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2" name="object 1832" descr=""/>
            <p:cNvSpPr/>
            <p:nvPr/>
          </p:nvSpPr>
          <p:spPr>
            <a:xfrm>
              <a:off x="3658816" y="585781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12192" y="21336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3" name="object 1833" descr=""/>
            <p:cNvSpPr/>
            <p:nvPr/>
          </p:nvSpPr>
          <p:spPr>
            <a:xfrm>
              <a:off x="3681675" y="585781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9906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4" name="object 1834" descr=""/>
            <p:cNvSpPr/>
            <p:nvPr/>
          </p:nvSpPr>
          <p:spPr>
            <a:xfrm>
              <a:off x="3791404" y="5535484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1295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5" name="object 1835" descr=""/>
            <p:cNvSpPr/>
            <p:nvPr/>
          </p:nvSpPr>
          <p:spPr>
            <a:xfrm>
              <a:off x="3797500" y="5535484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6" name="object 1836" descr=""/>
            <p:cNvSpPr/>
            <p:nvPr/>
          </p:nvSpPr>
          <p:spPr>
            <a:xfrm>
              <a:off x="3811216" y="5535484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60" h="21589">
                  <a:moveTo>
                    <a:pt x="9905" y="21335"/>
                  </a:moveTo>
                  <a:lnTo>
                    <a:pt x="0" y="2133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7" name="object 1837" descr=""/>
            <p:cNvSpPr/>
            <p:nvPr/>
          </p:nvSpPr>
          <p:spPr>
            <a:xfrm>
              <a:off x="3827218" y="553548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5334" y="0"/>
                  </a:moveTo>
                  <a:lnTo>
                    <a:pt x="7620" y="0"/>
                  </a:lnTo>
                  <a:lnTo>
                    <a:pt x="9906" y="761"/>
                  </a:lnTo>
                  <a:lnTo>
                    <a:pt x="14262" y="8826"/>
                  </a:lnTo>
                  <a:lnTo>
                    <a:pt x="14262" y="12509"/>
                  </a:lnTo>
                  <a:lnTo>
                    <a:pt x="9906" y="20574"/>
                  </a:lnTo>
                  <a:lnTo>
                    <a:pt x="7620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1524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1524" y="3810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8" name="object 1838" descr=""/>
            <p:cNvSpPr/>
            <p:nvPr/>
          </p:nvSpPr>
          <p:spPr>
            <a:xfrm>
              <a:off x="3847030" y="553548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9" name="object 1839" descr=""/>
            <p:cNvSpPr/>
            <p:nvPr/>
          </p:nvSpPr>
          <p:spPr>
            <a:xfrm>
              <a:off x="3879033" y="554234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0" name="object 1840" descr=""/>
            <p:cNvSpPr/>
            <p:nvPr/>
          </p:nvSpPr>
          <p:spPr>
            <a:xfrm>
              <a:off x="3868366" y="5534722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39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1" name="object 1841" descr=""/>
            <p:cNvSpPr/>
            <p:nvPr/>
          </p:nvSpPr>
          <p:spPr>
            <a:xfrm>
              <a:off x="4079439" y="5901244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2" name="object 1842" descr=""/>
            <p:cNvSpPr/>
            <p:nvPr/>
          </p:nvSpPr>
          <p:spPr>
            <a:xfrm>
              <a:off x="4079439" y="5879146"/>
              <a:ext cx="6985" cy="22225"/>
            </a:xfrm>
            <a:custGeom>
              <a:avLst/>
              <a:gdLst/>
              <a:ahLst/>
              <a:cxnLst/>
              <a:rect l="l" t="t" r="r" b="b"/>
              <a:pathLst>
                <a:path w="6985" h="22225">
                  <a:moveTo>
                    <a:pt x="6858" y="22097"/>
                  </a:moveTo>
                  <a:lnTo>
                    <a:pt x="6858" y="0"/>
                  </a:lnTo>
                  <a:lnTo>
                    <a:pt x="4572" y="3047"/>
                  </a:lnTo>
                  <a:lnTo>
                    <a:pt x="2286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3" name="object 1843" descr=""/>
            <p:cNvSpPr/>
            <p:nvPr/>
          </p:nvSpPr>
          <p:spPr>
            <a:xfrm>
              <a:off x="4100013" y="587914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7620" y="0"/>
                  </a:lnTo>
                  <a:lnTo>
                    <a:pt x="9144" y="1523"/>
                  </a:lnTo>
                  <a:lnTo>
                    <a:pt x="10668" y="2285"/>
                  </a:lnTo>
                  <a:lnTo>
                    <a:pt x="11430" y="4571"/>
                  </a:lnTo>
                  <a:lnTo>
                    <a:pt x="12192" y="8381"/>
                  </a:lnTo>
                  <a:lnTo>
                    <a:pt x="12192" y="13715"/>
                  </a:lnTo>
                  <a:lnTo>
                    <a:pt x="11430" y="17525"/>
                  </a:lnTo>
                  <a:lnTo>
                    <a:pt x="10668" y="19811"/>
                  </a:lnTo>
                  <a:lnTo>
                    <a:pt x="9144" y="20573"/>
                  </a:lnTo>
                  <a:lnTo>
                    <a:pt x="7620" y="22097"/>
                  </a:lnTo>
                  <a:lnTo>
                    <a:pt x="5334" y="22097"/>
                  </a:lnTo>
                  <a:lnTo>
                    <a:pt x="3048" y="20573"/>
                  </a:lnTo>
                  <a:lnTo>
                    <a:pt x="2286" y="19811"/>
                  </a:lnTo>
                  <a:lnTo>
                    <a:pt x="1524" y="17525"/>
                  </a:lnTo>
                  <a:lnTo>
                    <a:pt x="0" y="13715"/>
                  </a:lnTo>
                  <a:lnTo>
                    <a:pt x="0" y="8381"/>
                  </a:lnTo>
                  <a:lnTo>
                    <a:pt x="1524" y="4571"/>
                  </a:lnTo>
                  <a:lnTo>
                    <a:pt x="2286" y="2285"/>
                  </a:lnTo>
                  <a:lnTo>
                    <a:pt x="3048" y="1523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4" name="object 1844" descr=""/>
            <p:cNvSpPr/>
            <p:nvPr/>
          </p:nvSpPr>
          <p:spPr>
            <a:xfrm>
              <a:off x="4122112" y="587914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5" name="object 1845" descr=""/>
            <p:cNvSpPr/>
            <p:nvPr/>
          </p:nvSpPr>
          <p:spPr>
            <a:xfrm>
              <a:off x="4123636" y="5892862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6" name="object 1846" descr=""/>
            <p:cNvSpPr/>
            <p:nvPr/>
          </p:nvSpPr>
          <p:spPr>
            <a:xfrm>
              <a:off x="4122112" y="5886766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20" h="8889">
                  <a:moveTo>
                    <a:pt x="7620" y="0"/>
                  </a:moveTo>
                  <a:lnTo>
                    <a:pt x="0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7" name="object 1847" descr=""/>
            <p:cNvSpPr/>
            <p:nvPr/>
          </p:nvSpPr>
          <p:spPr>
            <a:xfrm>
              <a:off x="4564833" y="536327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8" name="object 1848" descr=""/>
            <p:cNvSpPr/>
            <p:nvPr/>
          </p:nvSpPr>
          <p:spPr>
            <a:xfrm>
              <a:off x="4564833" y="534193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9" name="object 1849" descr=""/>
            <p:cNvSpPr/>
            <p:nvPr/>
          </p:nvSpPr>
          <p:spPr>
            <a:xfrm>
              <a:off x="4585407" y="534193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050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050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0" name="object 1850" descr=""/>
            <p:cNvSpPr/>
            <p:nvPr/>
          </p:nvSpPr>
          <p:spPr>
            <a:xfrm>
              <a:off x="4606744" y="534193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1" name="object 1851" descr=""/>
            <p:cNvSpPr/>
            <p:nvPr/>
          </p:nvSpPr>
          <p:spPr>
            <a:xfrm>
              <a:off x="4609030" y="535489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2" name="object 1852" descr=""/>
            <p:cNvSpPr/>
            <p:nvPr/>
          </p:nvSpPr>
          <p:spPr>
            <a:xfrm>
              <a:off x="4606744" y="5348794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3" name="object 1853" descr=""/>
            <p:cNvSpPr/>
            <p:nvPr/>
          </p:nvSpPr>
          <p:spPr>
            <a:xfrm>
              <a:off x="3799024" y="481768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4" name="object 1854" descr=""/>
            <p:cNvSpPr/>
            <p:nvPr/>
          </p:nvSpPr>
          <p:spPr>
            <a:xfrm>
              <a:off x="3807406" y="480929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67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5" name="object 1855" descr=""/>
            <p:cNvSpPr/>
            <p:nvPr/>
          </p:nvSpPr>
          <p:spPr>
            <a:xfrm>
              <a:off x="3824931" y="482606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6" name="object 1856" descr=""/>
            <p:cNvSpPr/>
            <p:nvPr/>
          </p:nvSpPr>
          <p:spPr>
            <a:xfrm>
              <a:off x="3824931" y="4803964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7"/>
                  </a:moveTo>
                  <a:lnTo>
                    <a:pt x="6096" y="0"/>
                  </a:lnTo>
                  <a:lnTo>
                    <a:pt x="3810" y="3047"/>
                  </a:lnTo>
                  <a:lnTo>
                    <a:pt x="2286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7" name="object 1857" descr=""/>
            <p:cNvSpPr/>
            <p:nvPr/>
          </p:nvSpPr>
          <p:spPr>
            <a:xfrm>
              <a:off x="3844744" y="480396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762" y="2286"/>
                  </a:moveTo>
                  <a:lnTo>
                    <a:pt x="1524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0668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8" name="object 1858" descr=""/>
            <p:cNvSpPr/>
            <p:nvPr/>
          </p:nvSpPr>
          <p:spPr>
            <a:xfrm>
              <a:off x="3863794" y="4803964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0"/>
                  </a:moveTo>
                  <a:lnTo>
                    <a:pt x="7620" y="22098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9" name="object 1859" descr=""/>
            <p:cNvSpPr/>
            <p:nvPr/>
          </p:nvSpPr>
          <p:spPr>
            <a:xfrm>
              <a:off x="3714442" y="521315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0" name="object 1860" descr=""/>
            <p:cNvSpPr/>
            <p:nvPr/>
          </p:nvSpPr>
          <p:spPr>
            <a:xfrm>
              <a:off x="3714442" y="519106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7"/>
                  </a:moveTo>
                  <a:lnTo>
                    <a:pt x="6096" y="0"/>
                  </a:lnTo>
                  <a:lnTo>
                    <a:pt x="3810" y="3047"/>
                  </a:lnTo>
                  <a:lnTo>
                    <a:pt x="1524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1" name="object 1861" descr=""/>
            <p:cNvSpPr/>
            <p:nvPr/>
          </p:nvSpPr>
          <p:spPr>
            <a:xfrm>
              <a:off x="3735777" y="5191060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22097"/>
                  </a:moveTo>
                  <a:lnTo>
                    <a:pt x="0" y="0"/>
                  </a:lnTo>
                  <a:lnTo>
                    <a:pt x="6858" y="15239"/>
                  </a:lnTo>
                  <a:lnTo>
                    <a:pt x="14478" y="0"/>
                  </a:lnTo>
                  <a:lnTo>
                    <a:pt x="14478" y="2209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2" name="object 1862" descr=""/>
            <p:cNvSpPr/>
            <p:nvPr/>
          </p:nvSpPr>
          <p:spPr>
            <a:xfrm>
              <a:off x="3823407" y="532060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3" name="object 1863" descr=""/>
            <p:cNvSpPr/>
            <p:nvPr/>
          </p:nvSpPr>
          <p:spPr>
            <a:xfrm>
              <a:off x="3823407" y="5298502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8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4" name="object 1864" descr=""/>
            <p:cNvSpPr/>
            <p:nvPr/>
          </p:nvSpPr>
          <p:spPr>
            <a:xfrm>
              <a:off x="3843981" y="529850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5" name="object 1865" descr=""/>
            <p:cNvSpPr/>
            <p:nvPr/>
          </p:nvSpPr>
          <p:spPr>
            <a:xfrm>
              <a:off x="3864556" y="529850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1524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1524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6" name="object 1866" descr=""/>
            <p:cNvSpPr/>
            <p:nvPr/>
          </p:nvSpPr>
          <p:spPr>
            <a:xfrm>
              <a:off x="3885892" y="5298502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7" name="object 1867" descr=""/>
            <p:cNvSpPr/>
            <p:nvPr/>
          </p:nvSpPr>
          <p:spPr>
            <a:xfrm>
              <a:off x="3888177" y="5312218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8" name="object 1868" descr=""/>
            <p:cNvSpPr/>
            <p:nvPr/>
          </p:nvSpPr>
          <p:spPr>
            <a:xfrm>
              <a:off x="3885892" y="5306122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8382" y="0"/>
                  </a:moveTo>
                  <a:lnTo>
                    <a:pt x="0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9" name="object 1869" descr=""/>
            <p:cNvSpPr/>
            <p:nvPr/>
          </p:nvSpPr>
          <p:spPr>
            <a:xfrm>
              <a:off x="4522924" y="557815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0" name="object 1870" descr=""/>
            <p:cNvSpPr/>
            <p:nvPr/>
          </p:nvSpPr>
          <p:spPr>
            <a:xfrm>
              <a:off x="4529019" y="557815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1" name="object 1871" descr=""/>
            <p:cNvSpPr/>
            <p:nvPr/>
          </p:nvSpPr>
          <p:spPr>
            <a:xfrm>
              <a:off x="4541974" y="5578156"/>
              <a:ext cx="10795" cy="22225"/>
            </a:xfrm>
            <a:custGeom>
              <a:avLst/>
              <a:gdLst/>
              <a:ahLst/>
              <a:cxnLst/>
              <a:rect l="l" t="t" r="r" b="b"/>
              <a:pathLst>
                <a:path w="10795" h="22225">
                  <a:moveTo>
                    <a:pt x="10667" y="22098"/>
                  </a:moveTo>
                  <a:lnTo>
                    <a:pt x="0" y="2209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2" name="object 1872" descr=""/>
            <p:cNvSpPr/>
            <p:nvPr/>
          </p:nvSpPr>
          <p:spPr>
            <a:xfrm>
              <a:off x="4558738" y="557815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12192" y="13716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2098"/>
                  </a:lnTo>
                  <a:lnTo>
                    <a:pt x="5334" y="22098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3" name="object 1873" descr=""/>
            <p:cNvSpPr/>
            <p:nvPr/>
          </p:nvSpPr>
          <p:spPr>
            <a:xfrm>
              <a:off x="4577788" y="557815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0"/>
                  </a:moveTo>
                  <a:lnTo>
                    <a:pt x="14478" y="0"/>
                  </a:lnTo>
                  <a:lnTo>
                    <a:pt x="533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4" name="object 1874" descr=""/>
            <p:cNvSpPr/>
            <p:nvPr/>
          </p:nvSpPr>
          <p:spPr>
            <a:xfrm>
              <a:off x="4609792" y="558577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5" name="object 1875" descr=""/>
            <p:cNvSpPr/>
            <p:nvPr/>
          </p:nvSpPr>
          <p:spPr>
            <a:xfrm>
              <a:off x="4599886" y="5577394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4572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6" name="object 1876" descr=""/>
            <p:cNvSpPr/>
            <p:nvPr/>
          </p:nvSpPr>
          <p:spPr>
            <a:xfrm>
              <a:off x="4367475" y="5901244"/>
              <a:ext cx="13970" cy="22860"/>
            </a:xfrm>
            <a:custGeom>
              <a:avLst/>
              <a:gdLst/>
              <a:ahLst/>
              <a:cxnLst/>
              <a:rect l="l" t="t" r="r" b="b"/>
              <a:pathLst>
                <a:path w="13970" h="22860">
                  <a:moveTo>
                    <a:pt x="12191" y="762"/>
                  </a:moveTo>
                  <a:lnTo>
                    <a:pt x="10667" y="0"/>
                  </a:lnTo>
                  <a:lnTo>
                    <a:pt x="7619" y="0"/>
                  </a:lnTo>
                  <a:lnTo>
                    <a:pt x="4571" y="762"/>
                  </a:lnTo>
                  <a:lnTo>
                    <a:pt x="2285" y="3048"/>
                  </a:lnTo>
                  <a:lnTo>
                    <a:pt x="1523" y="4572"/>
                  </a:lnTo>
                  <a:lnTo>
                    <a:pt x="0" y="9144"/>
                  </a:lnTo>
                  <a:lnTo>
                    <a:pt x="0" y="12192"/>
                  </a:lnTo>
                  <a:lnTo>
                    <a:pt x="1523" y="16002"/>
                  </a:lnTo>
                  <a:lnTo>
                    <a:pt x="2362" y="21463"/>
                  </a:lnTo>
                  <a:lnTo>
                    <a:pt x="7912" y="22275"/>
                  </a:lnTo>
                  <a:lnTo>
                    <a:pt x="12191" y="20574"/>
                  </a:lnTo>
                  <a:lnTo>
                    <a:pt x="13715" y="19050"/>
                  </a:lnTo>
                  <a:lnTo>
                    <a:pt x="13715" y="12192"/>
                  </a:lnTo>
                  <a:lnTo>
                    <a:pt x="9143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7" name="object 1877" descr=""/>
            <p:cNvSpPr/>
            <p:nvPr/>
          </p:nvSpPr>
          <p:spPr>
            <a:xfrm>
              <a:off x="4390336" y="590124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12192" y="21335"/>
                  </a:lnTo>
                  <a:lnTo>
                    <a:pt x="12191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8" name="object 1878" descr=""/>
            <p:cNvSpPr/>
            <p:nvPr/>
          </p:nvSpPr>
          <p:spPr>
            <a:xfrm>
              <a:off x="4412433" y="590124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21335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1"/>
                  </a:lnTo>
                  <a:lnTo>
                    <a:pt x="10667" y="3047"/>
                  </a:lnTo>
                  <a:lnTo>
                    <a:pt x="11429" y="4571"/>
                  </a:lnTo>
                  <a:lnTo>
                    <a:pt x="12954" y="9143"/>
                  </a:lnTo>
                  <a:lnTo>
                    <a:pt x="12954" y="12191"/>
                  </a:lnTo>
                  <a:lnTo>
                    <a:pt x="11430" y="16001"/>
                  </a:lnTo>
                  <a:lnTo>
                    <a:pt x="10668" y="18287"/>
                  </a:lnTo>
                  <a:lnTo>
                    <a:pt x="8382" y="20573"/>
                  </a:lnTo>
                  <a:lnTo>
                    <a:pt x="5334" y="21335"/>
                  </a:lnTo>
                  <a:lnTo>
                    <a:pt x="0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9" name="object 1879" descr=""/>
            <p:cNvSpPr/>
            <p:nvPr/>
          </p:nvSpPr>
          <p:spPr>
            <a:xfrm>
              <a:off x="1251658" y="504094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0" y="0"/>
                  </a:moveTo>
                  <a:lnTo>
                    <a:pt x="13716" y="0"/>
                  </a:lnTo>
                  <a:lnTo>
                    <a:pt x="6858" y="8382"/>
                  </a:lnTo>
                  <a:lnTo>
                    <a:pt x="9906" y="8382"/>
                  </a:lnTo>
                  <a:lnTo>
                    <a:pt x="12954" y="9906"/>
                  </a:lnTo>
                  <a:lnTo>
                    <a:pt x="13716" y="12192"/>
                  </a:lnTo>
                  <a:lnTo>
                    <a:pt x="13716" y="17526"/>
                  </a:lnTo>
                  <a:lnTo>
                    <a:pt x="12954" y="19050"/>
                  </a:lnTo>
                  <a:lnTo>
                    <a:pt x="11430" y="20574"/>
                  </a:lnTo>
                  <a:lnTo>
                    <a:pt x="9906" y="21336"/>
                  </a:lnTo>
                  <a:lnTo>
                    <a:pt x="3810" y="21336"/>
                  </a:lnTo>
                  <a:lnTo>
                    <a:pt x="1524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0" name="object 1880" descr=""/>
            <p:cNvSpPr/>
            <p:nvPr/>
          </p:nvSpPr>
          <p:spPr>
            <a:xfrm>
              <a:off x="1273756" y="50409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524" y="21336"/>
                  </a:moveTo>
                  <a:lnTo>
                    <a:pt x="6096" y="21336"/>
                  </a:lnTo>
                  <a:lnTo>
                    <a:pt x="7620" y="20574"/>
                  </a:lnTo>
                  <a:lnTo>
                    <a:pt x="9144" y="19050"/>
                  </a:lnTo>
                  <a:lnTo>
                    <a:pt x="10668" y="16002"/>
                  </a:lnTo>
                  <a:lnTo>
                    <a:pt x="12192" y="12192"/>
                  </a:lnTo>
                  <a:lnTo>
                    <a:pt x="12192" y="3810"/>
                  </a:lnTo>
                  <a:lnTo>
                    <a:pt x="10668" y="1524"/>
                  </a:lnTo>
                  <a:lnTo>
                    <a:pt x="9906" y="762"/>
                  </a:lnTo>
                  <a:lnTo>
                    <a:pt x="7620" y="0"/>
                  </a:lnTo>
                  <a:lnTo>
                    <a:pt x="3810" y="0"/>
                  </a:lnTo>
                  <a:lnTo>
                    <a:pt x="1524" y="762"/>
                  </a:lnTo>
                  <a:lnTo>
                    <a:pt x="762" y="1524"/>
                  </a:lnTo>
                  <a:lnTo>
                    <a:pt x="0" y="3810"/>
                  </a:lnTo>
                  <a:lnTo>
                    <a:pt x="0" y="9144"/>
                  </a:lnTo>
                  <a:lnTo>
                    <a:pt x="12192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1" name="object 1881" descr=""/>
            <p:cNvSpPr/>
            <p:nvPr/>
          </p:nvSpPr>
          <p:spPr>
            <a:xfrm>
              <a:off x="1295092" y="504094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2" name="object 1882" descr=""/>
            <p:cNvSpPr/>
            <p:nvPr/>
          </p:nvSpPr>
          <p:spPr>
            <a:xfrm>
              <a:off x="1297377" y="505390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3" name="object 1883" descr=""/>
            <p:cNvSpPr/>
            <p:nvPr/>
          </p:nvSpPr>
          <p:spPr>
            <a:xfrm>
              <a:off x="1295092" y="5047804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381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4" name="object 1884" descr=""/>
            <p:cNvSpPr/>
            <p:nvPr/>
          </p:nvSpPr>
          <p:spPr>
            <a:xfrm>
              <a:off x="1047442" y="527716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5" name="object 1885" descr=""/>
            <p:cNvSpPr/>
            <p:nvPr/>
          </p:nvSpPr>
          <p:spPr>
            <a:xfrm>
              <a:off x="1047442" y="525583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6" name="object 1886" descr=""/>
            <p:cNvSpPr/>
            <p:nvPr/>
          </p:nvSpPr>
          <p:spPr>
            <a:xfrm>
              <a:off x="1068016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2"/>
                  </a:lnTo>
                  <a:lnTo>
                    <a:pt x="9906" y="2286"/>
                  </a:lnTo>
                  <a:lnTo>
                    <a:pt x="11430" y="3810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7" name="object 1887" descr=""/>
            <p:cNvSpPr/>
            <p:nvPr/>
          </p:nvSpPr>
          <p:spPr>
            <a:xfrm>
              <a:off x="1088590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2"/>
                  </a:lnTo>
                  <a:lnTo>
                    <a:pt x="9906" y="2286"/>
                  </a:lnTo>
                  <a:lnTo>
                    <a:pt x="11430" y="3810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8" name="object 1888" descr=""/>
            <p:cNvSpPr/>
            <p:nvPr/>
          </p:nvSpPr>
          <p:spPr>
            <a:xfrm>
              <a:off x="1109926" y="5255830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9" name="object 1889" descr=""/>
            <p:cNvSpPr/>
            <p:nvPr/>
          </p:nvSpPr>
          <p:spPr>
            <a:xfrm>
              <a:off x="1112212" y="5268784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0" name="object 1890" descr=""/>
            <p:cNvSpPr/>
            <p:nvPr/>
          </p:nvSpPr>
          <p:spPr>
            <a:xfrm>
              <a:off x="1109926" y="5262688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381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1" name="object 1891" descr=""/>
            <p:cNvSpPr/>
            <p:nvPr/>
          </p:nvSpPr>
          <p:spPr>
            <a:xfrm>
              <a:off x="1285185" y="5879146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524" y="2285"/>
                  </a:moveTo>
                  <a:lnTo>
                    <a:pt x="2286" y="1523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1523"/>
                  </a:lnTo>
                  <a:lnTo>
                    <a:pt x="12954" y="2285"/>
                  </a:lnTo>
                  <a:lnTo>
                    <a:pt x="13716" y="4571"/>
                  </a:lnTo>
                  <a:lnTo>
                    <a:pt x="13716" y="6095"/>
                  </a:lnTo>
                  <a:lnTo>
                    <a:pt x="12954" y="9905"/>
                  </a:lnTo>
                  <a:lnTo>
                    <a:pt x="0" y="22097"/>
                  </a:lnTo>
                  <a:lnTo>
                    <a:pt x="13716" y="2209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2" name="object 1892" descr=""/>
            <p:cNvSpPr/>
            <p:nvPr/>
          </p:nvSpPr>
          <p:spPr>
            <a:xfrm>
              <a:off x="1307284" y="58791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0668" y="0"/>
                  </a:moveTo>
                  <a:lnTo>
                    <a:pt x="762" y="0"/>
                  </a:lnTo>
                  <a:lnTo>
                    <a:pt x="0" y="10667"/>
                  </a:lnTo>
                  <a:lnTo>
                    <a:pt x="762" y="9905"/>
                  </a:lnTo>
                  <a:lnTo>
                    <a:pt x="9277" y="9072"/>
                  </a:lnTo>
                  <a:lnTo>
                    <a:pt x="12115" y="15239"/>
                  </a:lnTo>
                  <a:lnTo>
                    <a:pt x="9277" y="21407"/>
                  </a:lnTo>
                  <a:lnTo>
                    <a:pt x="762" y="20573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3" name="object 1893" descr=""/>
            <p:cNvSpPr/>
            <p:nvPr/>
          </p:nvSpPr>
          <p:spPr>
            <a:xfrm>
              <a:off x="1328620" y="587914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4" name="object 1894" descr=""/>
            <p:cNvSpPr/>
            <p:nvPr/>
          </p:nvSpPr>
          <p:spPr>
            <a:xfrm>
              <a:off x="1330906" y="5892862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5" name="object 1895" descr=""/>
            <p:cNvSpPr/>
            <p:nvPr/>
          </p:nvSpPr>
          <p:spPr>
            <a:xfrm>
              <a:off x="1328620" y="5886766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381" y="0"/>
                  </a:moveTo>
                  <a:lnTo>
                    <a:pt x="0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6" name="object 1896" descr=""/>
            <p:cNvSpPr/>
            <p:nvPr/>
          </p:nvSpPr>
          <p:spPr>
            <a:xfrm>
              <a:off x="2122624" y="557815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11430" y="0"/>
                  </a:moveTo>
                  <a:lnTo>
                    <a:pt x="1524" y="0"/>
                  </a:lnTo>
                  <a:lnTo>
                    <a:pt x="0" y="10667"/>
                  </a:lnTo>
                  <a:lnTo>
                    <a:pt x="1524" y="9143"/>
                  </a:lnTo>
                  <a:lnTo>
                    <a:pt x="3048" y="8381"/>
                  </a:lnTo>
                  <a:lnTo>
                    <a:pt x="8382" y="8381"/>
                  </a:lnTo>
                  <a:lnTo>
                    <a:pt x="10668" y="9143"/>
                  </a:lnTo>
                  <a:lnTo>
                    <a:pt x="12192" y="12191"/>
                  </a:lnTo>
                  <a:lnTo>
                    <a:pt x="12192" y="17525"/>
                  </a:lnTo>
                  <a:lnTo>
                    <a:pt x="11430" y="19811"/>
                  </a:lnTo>
                  <a:lnTo>
                    <a:pt x="10668" y="20573"/>
                  </a:lnTo>
                  <a:lnTo>
                    <a:pt x="8382" y="22097"/>
                  </a:lnTo>
                  <a:lnTo>
                    <a:pt x="3048" y="22097"/>
                  </a:lnTo>
                  <a:lnTo>
                    <a:pt x="1524" y="20573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7" name="object 1897" descr=""/>
            <p:cNvSpPr/>
            <p:nvPr/>
          </p:nvSpPr>
          <p:spPr>
            <a:xfrm>
              <a:off x="2143198" y="5597968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762" y="0"/>
                  </a:moveTo>
                  <a:lnTo>
                    <a:pt x="2286" y="762"/>
                  </a:lnTo>
                  <a:lnTo>
                    <a:pt x="762" y="2286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762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8" name="object 1898" descr=""/>
            <p:cNvSpPr/>
            <p:nvPr/>
          </p:nvSpPr>
          <p:spPr>
            <a:xfrm>
              <a:off x="2153866" y="557815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9906" y="0"/>
                  </a:moveTo>
                  <a:lnTo>
                    <a:pt x="0" y="9143"/>
                  </a:lnTo>
                  <a:lnTo>
                    <a:pt x="0" y="17525"/>
                  </a:lnTo>
                  <a:lnTo>
                    <a:pt x="762" y="19811"/>
                  </a:lnTo>
                  <a:lnTo>
                    <a:pt x="1524" y="20573"/>
                  </a:lnTo>
                  <a:lnTo>
                    <a:pt x="3810" y="22097"/>
                  </a:lnTo>
                  <a:lnTo>
                    <a:pt x="7620" y="22097"/>
                  </a:lnTo>
                  <a:lnTo>
                    <a:pt x="9906" y="20573"/>
                  </a:lnTo>
                  <a:lnTo>
                    <a:pt x="10668" y="19811"/>
                  </a:lnTo>
                  <a:lnTo>
                    <a:pt x="12192" y="17525"/>
                  </a:lnTo>
                  <a:lnTo>
                    <a:pt x="12192" y="12191"/>
                  </a:lnTo>
                  <a:lnTo>
                    <a:pt x="10668" y="10667"/>
                  </a:lnTo>
                  <a:lnTo>
                    <a:pt x="9906" y="9143"/>
                  </a:lnTo>
                  <a:lnTo>
                    <a:pt x="7620" y="8381"/>
                  </a:lnTo>
                  <a:lnTo>
                    <a:pt x="3810" y="8381"/>
                  </a:lnTo>
                  <a:lnTo>
                    <a:pt x="1524" y="9143"/>
                  </a:lnTo>
                  <a:lnTo>
                    <a:pt x="0" y="1219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9" name="object 1899" descr=""/>
            <p:cNvSpPr/>
            <p:nvPr/>
          </p:nvSpPr>
          <p:spPr>
            <a:xfrm>
              <a:off x="2175202" y="557815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0" name="object 1900" descr=""/>
            <p:cNvSpPr/>
            <p:nvPr/>
          </p:nvSpPr>
          <p:spPr>
            <a:xfrm>
              <a:off x="2176726" y="5591872"/>
              <a:ext cx="6985" cy="8890"/>
            </a:xfrm>
            <a:custGeom>
              <a:avLst/>
              <a:gdLst/>
              <a:ahLst/>
              <a:cxnLst/>
              <a:rect l="l" t="t" r="r" b="b"/>
              <a:pathLst>
                <a:path w="6985" h="8889">
                  <a:moveTo>
                    <a:pt x="0" y="0"/>
                  </a:moveTo>
                  <a:lnTo>
                    <a:pt x="6858" y="838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1" name="object 1901" descr=""/>
            <p:cNvSpPr/>
            <p:nvPr/>
          </p:nvSpPr>
          <p:spPr>
            <a:xfrm>
              <a:off x="2175202" y="5585776"/>
              <a:ext cx="8890" cy="7620"/>
            </a:xfrm>
            <a:custGeom>
              <a:avLst/>
              <a:gdLst/>
              <a:ahLst/>
              <a:cxnLst/>
              <a:rect l="l" t="t" r="r" b="b"/>
              <a:pathLst>
                <a:path w="8889" h="7620">
                  <a:moveTo>
                    <a:pt x="8381" y="0"/>
                  </a:moveTo>
                  <a:lnTo>
                    <a:pt x="0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2" name="object 1902" descr=""/>
            <p:cNvSpPr/>
            <p:nvPr/>
          </p:nvSpPr>
          <p:spPr>
            <a:xfrm>
              <a:off x="2035755" y="574198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3" name="object 1903" descr=""/>
            <p:cNvSpPr/>
            <p:nvPr/>
          </p:nvSpPr>
          <p:spPr>
            <a:xfrm>
              <a:off x="2061664" y="575036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4" name="object 1904" descr=""/>
            <p:cNvSpPr/>
            <p:nvPr/>
          </p:nvSpPr>
          <p:spPr>
            <a:xfrm>
              <a:off x="2061664" y="572903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5"/>
                  </a:moveTo>
                  <a:lnTo>
                    <a:pt x="6095" y="0"/>
                  </a:lnTo>
                  <a:lnTo>
                    <a:pt x="3809" y="3047"/>
                  </a:lnTo>
                  <a:lnTo>
                    <a:pt x="2285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5" name="object 1905" descr=""/>
            <p:cNvSpPr/>
            <p:nvPr/>
          </p:nvSpPr>
          <p:spPr>
            <a:xfrm>
              <a:off x="2080714" y="5727127"/>
              <a:ext cx="16510" cy="23495"/>
            </a:xfrm>
            <a:custGeom>
              <a:avLst/>
              <a:gdLst/>
              <a:ahLst/>
              <a:cxnLst/>
              <a:rect l="l" t="t" r="r" b="b"/>
              <a:pathLst>
                <a:path w="16510" h="23495">
                  <a:moveTo>
                    <a:pt x="1524" y="4191"/>
                  </a:moveTo>
                  <a:lnTo>
                    <a:pt x="2286" y="2667"/>
                  </a:lnTo>
                  <a:lnTo>
                    <a:pt x="8928" y="0"/>
                  </a:lnTo>
                  <a:lnTo>
                    <a:pt x="16408" y="2616"/>
                  </a:lnTo>
                  <a:lnTo>
                    <a:pt x="12954" y="11049"/>
                  </a:lnTo>
                  <a:lnTo>
                    <a:pt x="0" y="23241"/>
                  </a:lnTo>
                  <a:lnTo>
                    <a:pt x="13716" y="2324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6" name="object 1906" descr=""/>
            <p:cNvSpPr/>
            <p:nvPr/>
          </p:nvSpPr>
          <p:spPr>
            <a:xfrm>
              <a:off x="2100526" y="572903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6858" y="21335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7" name="object 1907" descr=""/>
            <p:cNvSpPr/>
            <p:nvPr/>
          </p:nvSpPr>
          <p:spPr>
            <a:xfrm>
              <a:off x="1756102" y="527716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0" y="0"/>
                  </a:moveTo>
                  <a:lnTo>
                    <a:pt x="13716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192" y="10668"/>
                  </a:lnTo>
                  <a:lnTo>
                    <a:pt x="13716" y="12192"/>
                  </a:lnTo>
                  <a:lnTo>
                    <a:pt x="13716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8" name="object 1908" descr=""/>
            <p:cNvSpPr/>
            <p:nvPr/>
          </p:nvSpPr>
          <p:spPr>
            <a:xfrm>
              <a:off x="1777438" y="52771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3" y="0"/>
                  </a:moveTo>
                  <a:lnTo>
                    <a:pt x="7619" y="0"/>
                  </a:lnTo>
                  <a:lnTo>
                    <a:pt x="9143" y="1524"/>
                  </a:lnTo>
                  <a:lnTo>
                    <a:pt x="10667" y="2286"/>
                  </a:lnTo>
                  <a:lnTo>
                    <a:pt x="11429" y="4572"/>
                  </a:lnTo>
                  <a:lnTo>
                    <a:pt x="12191" y="8382"/>
                  </a:lnTo>
                  <a:lnTo>
                    <a:pt x="12191" y="13716"/>
                  </a:lnTo>
                  <a:lnTo>
                    <a:pt x="11429" y="17526"/>
                  </a:lnTo>
                  <a:lnTo>
                    <a:pt x="10667" y="19812"/>
                  </a:lnTo>
                  <a:lnTo>
                    <a:pt x="7619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2285" y="19812"/>
                  </a:lnTo>
                  <a:lnTo>
                    <a:pt x="1523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3" y="4572"/>
                  </a:lnTo>
                  <a:lnTo>
                    <a:pt x="2285" y="2286"/>
                  </a:lnTo>
                  <a:lnTo>
                    <a:pt x="3047" y="1524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9" name="object 1909" descr=""/>
            <p:cNvSpPr/>
            <p:nvPr/>
          </p:nvSpPr>
          <p:spPr>
            <a:xfrm>
              <a:off x="1798011" y="52771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3" y="0"/>
                  </a:moveTo>
                  <a:lnTo>
                    <a:pt x="7619" y="0"/>
                  </a:lnTo>
                  <a:lnTo>
                    <a:pt x="9143" y="1524"/>
                  </a:lnTo>
                  <a:lnTo>
                    <a:pt x="10667" y="2286"/>
                  </a:lnTo>
                  <a:lnTo>
                    <a:pt x="11429" y="4572"/>
                  </a:lnTo>
                  <a:lnTo>
                    <a:pt x="12191" y="8382"/>
                  </a:lnTo>
                  <a:lnTo>
                    <a:pt x="12191" y="13716"/>
                  </a:lnTo>
                  <a:lnTo>
                    <a:pt x="11429" y="17526"/>
                  </a:lnTo>
                  <a:lnTo>
                    <a:pt x="10667" y="19812"/>
                  </a:lnTo>
                  <a:lnTo>
                    <a:pt x="7619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2285" y="19812"/>
                  </a:lnTo>
                  <a:lnTo>
                    <a:pt x="1523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3" y="4572"/>
                  </a:lnTo>
                  <a:lnTo>
                    <a:pt x="2285" y="2286"/>
                  </a:lnTo>
                  <a:lnTo>
                    <a:pt x="3047" y="1524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0" name="object 1910" descr=""/>
            <p:cNvSpPr/>
            <p:nvPr/>
          </p:nvSpPr>
          <p:spPr>
            <a:xfrm>
              <a:off x="1819348" y="5277166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89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1" name="object 1911" descr=""/>
            <p:cNvSpPr/>
            <p:nvPr/>
          </p:nvSpPr>
          <p:spPr>
            <a:xfrm>
              <a:off x="1821633" y="5290882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0" y="0"/>
                  </a:moveTo>
                  <a:lnTo>
                    <a:pt x="6096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2" name="object 1912" descr=""/>
            <p:cNvSpPr/>
            <p:nvPr/>
          </p:nvSpPr>
          <p:spPr>
            <a:xfrm>
              <a:off x="1819348" y="5284786"/>
              <a:ext cx="8890" cy="7620"/>
            </a:xfrm>
            <a:custGeom>
              <a:avLst/>
              <a:gdLst/>
              <a:ahLst/>
              <a:cxnLst/>
              <a:rect l="l" t="t" r="r" b="b"/>
              <a:pathLst>
                <a:path w="8889" h="7620">
                  <a:moveTo>
                    <a:pt x="8381" y="0"/>
                  </a:moveTo>
                  <a:lnTo>
                    <a:pt x="0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3" name="object 1913" descr=""/>
            <p:cNvSpPr/>
            <p:nvPr/>
          </p:nvSpPr>
          <p:spPr>
            <a:xfrm>
              <a:off x="1834588" y="5277166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89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4" name="object 1914" descr=""/>
            <p:cNvSpPr/>
            <p:nvPr/>
          </p:nvSpPr>
          <p:spPr>
            <a:xfrm>
              <a:off x="1852114" y="527716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6"/>
                  </a:moveTo>
                  <a:lnTo>
                    <a:pt x="0" y="0"/>
                  </a:lnTo>
                  <a:lnTo>
                    <a:pt x="6858" y="15240"/>
                  </a:lnTo>
                  <a:lnTo>
                    <a:pt x="14478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5" name="object 1915" descr=""/>
            <p:cNvSpPr/>
            <p:nvPr/>
          </p:nvSpPr>
          <p:spPr>
            <a:xfrm>
              <a:off x="1875736" y="529850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6" name="object 1916" descr=""/>
            <p:cNvSpPr/>
            <p:nvPr/>
          </p:nvSpPr>
          <p:spPr>
            <a:xfrm>
              <a:off x="1875736" y="527716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2285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7" name="object 1917" descr=""/>
            <p:cNvSpPr/>
            <p:nvPr/>
          </p:nvSpPr>
          <p:spPr>
            <a:xfrm>
              <a:off x="1894786" y="527716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0" y="0"/>
                  </a:moveTo>
                  <a:lnTo>
                    <a:pt x="13716" y="0"/>
                  </a:lnTo>
                  <a:lnTo>
                    <a:pt x="6858" y="8382"/>
                  </a:lnTo>
                  <a:lnTo>
                    <a:pt x="9906" y="8382"/>
                  </a:lnTo>
                  <a:lnTo>
                    <a:pt x="11430" y="9144"/>
                  </a:lnTo>
                  <a:lnTo>
                    <a:pt x="12954" y="10668"/>
                  </a:lnTo>
                  <a:lnTo>
                    <a:pt x="13716" y="12192"/>
                  </a:lnTo>
                  <a:lnTo>
                    <a:pt x="13716" y="17526"/>
                  </a:lnTo>
                  <a:lnTo>
                    <a:pt x="12954" y="19812"/>
                  </a:lnTo>
                  <a:lnTo>
                    <a:pt x="9906" y="21336"/>
                  </a:lnTo>
                  <a:lnTo>
                    <a:pt x="3048" y="21336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8" name="object 1918" descr=""/>
            <p:cNvSpPr/>
            <p:nvPr/>
          </p:nvSpPr>
          <p:spPr>
            <a:xfrm>
              <a:off x="1915360" y="527716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9" name="object 1919" descr=""/>
            <p:cNvSpPr/>
            <p:nvPr/>
          </p:nvSpPr>
          <p:spPr>
            <a:xfrm>
              <a:off x="1937458" y="527716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2" y="0"/>
                  </a:moveTo>
                  <a:lnTo>
                    <a:pt x="6858" y="0"/>
                  </a:lnTo>
                  <a:lnTo>
                    <a:pt x="9144" y="1524"/>
                  </a:lnTo>
                  <a:lnTo>
                    <a:pt x="9906" y="2286"/>
                  </a:lnTo>
                  <a:lnTo>
                    <a:pt x="10668" y="4572"/>
                  </a:lnTo>
                  <a:lnTo>
                    <a:pt x="12192" y="8382"/>
                  </a:lnTo>
                  <a:lnTo>
                    <a:pt x="12192" y="13716"/>
                  </a:lnTo>
                  <a:lnTo>
                    <a:pt x="10668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4572" y="21336"/>
                  </a:lnTo>
                  <a:lnTo>
                    <a:pt x="1524" y="19812"/>
                  </a:lnTo>
                  <a:lnTo>
                    <a:pt x="762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762" y="4572"/>
                  </a:lnTo>
                  <a:lnTo>
                    <a:pt x="1524" y="2286"/>
                  </a:lnTo>
                  <a:lnTo>
                    <a:pt x="3048" y="1524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0" name="object 1920" descr=""/>
            <p:cNvSpPr/>
            <p:nvPr/>
          </p:nvSpPr>
          <p:spPr>
            <a:xfrm>
              <a:off x="1957270" y="527716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5333" y="0"/>
                  </a:moveTo>
                  <a:lnTo>
                    <a:pt x="7619" y="0"/>
                  </a:lnTo>
                  <a:lnTo>
                    <a:pt x="9905" y="1524"/>
                  </a:lnTo>
                  <a:lnTo>
                    <a:pt x="10667" y="2286"/>
                  </a:lnTo>
                  <a:lnTo>
                    <a:pt x="11429" y="4572"/>
                  </a:lnTo>
                  <a:lnTo>
                    <a:pt x="12953" y="8382"/>
                  </a:lnTo>
                  <a:lnTo>
                    <a:pt x="12953" y="13716"/>
                  </a:lnTo>
                  <a:lnTo>
                    <a:pt x="11429" y="17526"/>
                  </a:lnTo>
                  <a:lnTo>
                    <a:pt x="10667" y="19812"/>
                  </a:lnTo>
                  <a:lnTo>
                    <a:pt x="9905" y="20574"/>
                  </a:lnTo>
                  <a:lnTo>
                    <a:pt x="7619" y="21336"/>
                  </a:lnTo>
                  <a:lnTo>
                    <a:pt x="5333" y="21336"/>
                  </a:lnTo>
                  <a:lnTo>
                    <a:pt x="3047" y="20574"/>
                  </a:lnTo>
                  <a:lnTo>
                    <a:pt x="2285" y="19812"/>
                  </a:lnTo>
                  <a:lnTo>
                    <a:pt x="1523" y="17526"/>
                  </a:lnTo>
                  <a:lnTo>
                    <a:pt x="0" y="13716"/>
                  </a:lnTo>
                  <a:lnTo>
                    <a:pt x="0" y="8382"/>
                  </a:lnTo>
                  <a:lnTo>
                    <a:pt x="1523" y="4572"/>
                  </a:lnTo>
                  <a:lnTo>
                    <a:pt x="2285" y="2286"/>
                  </a:lnTo>
                  <a:lnTo>
                    <a:pt x="3047" y="1524"/>
                  </a:lnTo>
                  <a:lnTo>
                    <a:pt x="5333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1" name="object 1921" descr=""/>
            <p:cNvSpPr/>
            <p:nvPr/>
          </p:nvSpPr>
          <p:spPr>
            <a:xfrm>
              <a:off x="1669995" y="50325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2" name="object 1922" descr=""/>
            <p:cNvSpPr/>
            <p:nvPr/>
          </p:nvSpPr>
          <p:spPr>
            <a:xfrm>
              <a:off x="1678377" y="502418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67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3" name="object 1923" descr=""/>
            <p:cNvSpPr/>
            <p:nvPr/>
          </p:nvSpPr>
          <p:spPr>
            <a:xfrm>
              <a:off x="1695904" y="50409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4" name="object 1924" descr=""/>
            <p:cNvSpPr/>
            <p:nvPr/>
          </p:nvSpPr>
          <p:spPr>
            <a:xfrm>
              <a:off x="1695904" y="501961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5"/>
                  </a:moveTo>
                  <a:lnTo>
                    <a:pt x="6095" y="0"/>
                  </a:lnTo>
                  <a:lnTo>
                    <a:pt x="3809" y="3047"/>
                  </a:lnTo>
                  <a:lnTo>
                    <a:pt x="2285" y="4571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5" name="object 1925" descr=""/>
            <p:cNvSpPr/>
            <p:nvPr/>
          </p:nvSpPr>
          <p:spPr>
            <a:xfrm>
              <a:off x="1715716" y="5017718"/>
              <a:ext cx="15875" cy="23495"/>
            </a:xfrm>
            <a:custGeom>
              <a:avLst/>
              <a:gdLst/>
              <a:ahLst/>
              <a:cxnLst/>
              <a:rect l="l" t="t" r="r" b="b"/>
              <a:pathLst>
                <a:path w="15875" h="23495">
                  <a:moveTo>
                    <a:pt x="762" y="3416"/>
                  </a:moveTo>
                  <a:lnTo>
                    <a:pt x="1524" y="2654"/>
                  </a:lnTo>
                  <a:lnTo>
                    <a:pt x="9461" y="0"/>
                  </a:lnTo>
                  <a:lnTo>
                    <a:pt x="15405" y="2184"/>
                  </a:lnTo>
                  <a:lnTo>
                    <a:pt x="12192" y="11036"/>
                  </a:lnTo>
                  <a:lnTo>
                    <a:pt x="0" y="23228"/>
                  </a:lnTo>
                  <a:lnTo>
                    <a:pt x="12954" y="2322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6" name="object 1926" descr=""/>
            <p:cNvSpPr/>
            <p:nvPr/>
          </p:nvSpPr>
          <p:spPr>
            <a:xfrm>
              <a:off x="1734766" y="501961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7620" y="21335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7" name="object 1927" descr=""/>
            <p:cNvSpPr/>
            <p:nvPr/>
          </p:nvSpPr>
          <p:spPr>
            <a:xfrm>
              <a:off x="1541218" y="58494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676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8" name="object 1928" descr=""/>
            <p:cNvSpPr/>
            <p:nvPr/>
          </p:nvSpPr>
          <p:spPr>
            <a:xfrm>
              <a:off x="1549599" y="5841808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w="0" h="16510">
                  <a:moveTo>
                    <a:pt x="0" y="16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9" name="object 1929" descr=""/>
            <p:cNvSpPr/>
            <p:nvPr/>
          </p:nvSpPr>
          <p:spPr>
            <a:xfrm>
              <a:off x="1567126" y="585781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0" name="object 1930" descr=""/>
            <p:cNvSpPr/>
            <p:nvPr/>
          </p:nvSpPr>
          <p:spPr>
            <a:xfrm>
              <a:off x="1567126" y="583647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5"/>
                  </a:moveTo>
                  <a:lnTo>
                    <a:pt x="6096" y="0"/>
                  </a:lnTo>
                  <a:lnTo>
                    <a:pt x="3810" y="3047"/>
                  </a:lnTo>
                  <a:lnTo>
                    <a:pt x="1524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1" name="object 1931" descr=""/>
            <p:cNvSpPr/>
            <p:nvPr/>
          </p:nvSpPr>
          <p:spPr>
            <a:xfrm>
              <a:off x="1586176" y="583647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1524" y="2285"/>
                  </a:moveTo>
                  <a:lnTo>
                    <a:pt x="2286" y="761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1"/>
                  </a:lnTo>
                  <a:lnTo>
                    <a:pt x="12192" y="2285"/>
                  </a:lnTo>
                  <a:lnTo>
                    <a:pt x="13716" y="3809"/>
                  </a:lnTo>
                  <a:lnTo>
                    <a:pt x="13716" y="6095"/>
                  </a:lnTo>
                  <a:lnTo>
                    <a:pt x="12192" y="9143"/>
                  </a:lnTo>
                  <a:lnTo>
                    <a:pt x="0" y="21335"/>
                  </a:lnTo>
                  <a:lnTo>
                    <a:pt x="13716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2" name="object 1932" descr=""/>
            <p:cNvSpPr/>
            <p:nvPr/>
          </p:nvSpPr>
          <p:spPr>
            <a:xfrm>
              <a:off x="1605988" y="583647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6858" y="21335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3" name="object 1933" descr=""/>
            <p:cNvSpPr/>
            <p:nvPr/>
          </p:nvSpPr>
          <p:spPr>
            <a:xfrm>
              <a:off x="2188155" y="540670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4" name="object 1934" descr=""/>
            <p:cNvSpPr/>
            <p:nvPr/>
          </p:nvSpPr>
          <p:spPr>
            <a:xfrm>
              <a:off x="2188155" y="5384608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5" y="22097"/>
                  </a:moveTo>
                  <a:lnTo>
                    <a:pt x="6095" y="0"/>
                  </a:lnTo>
                  <a:lnTo>
                    <a:pt x="3809" y="3047"/>
                  </a:lnTo>
                  <a:lnTo>
                    <a:pt x="2285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5" name="object 1935" descr=""/>
            <p:cNvSpPr/>
            <p:nvPr/>
          </p:nvSpPr>
          <p:spPr>
            <a:xfrm>
              <a:off x="2209492" y="5384608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220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6" name="object 1936" descr=""/>
            <p:cNvSpPr/>
            <p:nvPr/>
          </p:nvSpPr>
          <p:spPr>
            <a:xfrm>
              <a:off x="2211777" y="5398324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096" y="838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7" name="object 1937" descr=""/>
            <p:cNvSpPr/>
            <p:nvPr/>
          </p:nvSpPr>
          <p:spPr>
            <a:xfrm>
              <a:off x="2209492" y="5392228"/>
              <a:ext cx="8890" cy="7620"/>
            </a:xfrm>
            <a:custGeom>
              <a:avLst/>
              <a:gdLst/>
              <a:ahLst/>
              <a:cxnLst/>
              <a:rect l="l" t="t" r="r" b="b"/>
              <a:pathLst>
                <a:path w="8889" h="7620">
                  <a:moveTo>
                    <a:pt x="8381" y="0"/>
                  </a:moveTo>
                  <a:lnTo>
                    <a:pt x="0" y="762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8" name="object 1938" descr=""/>
            <p:cNvSpPr/>
            <p:nvPr/>
          </p:nvSpPr>
          <p:spPr>
            <a:xfrm>
              <a:off x="3438598" y="2691700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5">
                  <a:moveTo>
                    <a:pt x="11429" y="6858"/>
                  </a:moveTo>
                  <a:lnTo>
                    <a:pt x="9143" y="6096"/>
                  </a:lnTo>
                  <a:lnTo>
                    <a:pt x="7619" y="3810"/>
                  </a:lnTo>
                  <a:lnTo>
                    <a:pt x="4571" y="762"/>
                  </a:lnTo>
                  <a:lnTo>
                    <a:pt x="2285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9" name="object 1939" descr=""/>
            <p:cNvSpPr/>
            <p:nvPr/>
          </p:nvSpPr>
          <p:spPr>
            <a:xfrm>
              <a:off x="3434788" y="267493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5334" y="22098"/>
                  </a:moveTo>
                  <a:lnTo>
                    <a:pt x="762" y="19050"/>
                  </a:lnTo>
                  <a:lnTo>
                    <a:pt x="0" y="14478"/>
                  </a:lnTo>
                  <a:lnTo>
                    <a:pt x="0" y="7620"/>
                  </a:lnTo>
                  <a:lnTo>
                    <a:pt x="762" y="3048"/>
                  </a:lnTo>
                  <a:lnTo>
                    <a:pt x="5334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954" y="3048"/>
                  </a:lnTo>
                  <a:lnTo>
                    <a:pt x="14478" y="7620"/>
                  </a:lnTo>
                  <a:lnTo>
                    <a:pt x="14478" y="14478"/>
                  </a:lnTo>
                  <a:lnTo>
                    <a:pt x="12954" y="19050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533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0" name="object 1940" descr=""/>
            <p:cNvSpPr/>
            <p:nvPr/>
          </p:nvSpPr>
          <p:spPr>
            <a:xfrm>
              <a:off x="3456124" y="2674936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70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1" name="object 1941" descr=""/>
            <p:cNvSpPr/>
            <p:nvPr/>
          </p:nvSpPr>
          <p:spPr>
            <a:xfrm>
              <a:off x="3440883" y="236404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2" name="object 1942" descr=""/>
            <p:cNvSpPr/>
            <p:nvPr/>
          </p:nvSpPr>
          <p:spPr>
            <a:xfrm>
              <a:off x="3435550" y="235261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3" name="object 1943" descr=""/>
            <p:cNvSpPr/>
            <p:nvPr/>
          </p:nvSpPr>
          <p:spPr>
            <a:xfrm>
              <a:off x="3456124" y="237394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4" name="object 1944" descr=""/>
            <p:cNvSpPr/>
            <p:nvPr/>
          </p:nvSpPr>
          <p:spPr>
            <a:xfrm>
              <a:off x="3456124" y="235261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5" name="object 1945" descr=""/>
            <p:cNvSpPr/>
            <p:nvPr/>
          </p:nvSpPr>
          <p:spPr>
            <a:xfrm>
              <a:off x="3476698" y="235261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1429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3047" y="8382"/>
                  </a:lnTo>
                  <a:lnTo>
                    <a:pt x="8381" y="8382"/>
                  </a:lnTo>
                  <a:lnTo>
                    <a:pt x="11429" y="9906"/>
                  </a:lnTo>
                  <a:lnTo>
                    <a:pt x="12191" y="12192"/>
                  </a:lnTo>
                  <a:lnTo>
                    <a:pt x="12191" y="17526"/>
                  </a:lnTo>
                  <a:lnTo>
                    <a:pt x="11429" y="19812"/>
                  </a:lnTo>
                  <a:lnTo>
                    <a:pt x="8381" y="21336"/>
                  </a:lnTo>
                  <a:lnTo>
                    <a:pt x="3047" y="21336"/>
                  </a:lnTo>
                  <a:lnTo>
                    <a:pt x="761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6" name="object 1946" descr=""/>
            <p:cNvSpPr/>
            <p:nvPr/>
          </p:nvSpPr>
          <p:spPr>
            <a:xfrm>
              <a:off x="2912817" y="2600260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4">
                  <a:moveTo>
                    <a:pt x="7619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7" name="object 1947" descr=""/>
            <p:cNvSpPr/>
            <p:nvPr/>
          </p:nvSpPr>
          <p:spPr>
            <a:xfrm>
              <a:off x="2908245" y="258883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1524"/>
                  </a:lnTo>
                  <a:lnTo>
                    <a:pt x="10667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0667" y="9906"/>
                  </a:lnTo>
                  <a:lnTo>
                    <a:pt x="9906" y="1066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8" name="object 1948" descr=""/>
            <p:cNvSpPr/>
            <p:nvPr/>
          </p:nvSpPr>
          <p:spPr>
            <a:xfrm>
              <a:off x="2927295" y="2588830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0" y="0"/>
                  </a:moveTo>
                  <a:lnTo>
                    <a:pt x="13716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906"/>
                  </a:lnTo>
                  <a:lnTo>
                    <a:pt x="12192" y="10667"/>
                  </a:lnTo>
                  <a:lnTo>
                    <a:pt x="13716" y="12954"/>
                  </a:lnTo>
                  <a:lnTo>
                    <a:pt x="13716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3048" y="22098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9" name="object 1949" descr=""/>
            <p:cNvSpPr/>
            <p:nvPr/>
          </p:nvSpPr>
          <p:spPr>
            <a:xfrm>
              <a:off x="2948632" y="261092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0" name="object 1950" descr=""/>
            <p:cNvSpPr/>
            <p:nvPr/>
          </p:nvSpPr>
          <p:spPr>
            <a:xfrm>
              <a:off x="2948632" y="2588830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5" y="22098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2285" y="5334"/>
                  </a:lnTo>
                  <a:lnTo>
                    <a:pt x="0" y="685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1" name="object 1951" descr=""/>
            <p:cNvSpPr/>
            <p:nvPr/>
          </p:nvSpPr>
          <p:spPr>
            <a:xfrm>
              <a:off x="3177232" y="286848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0" y="22098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1524"/>
                  </a:lnTo>
                  <a:lnTo>
                    <a:pt x="10667" y="3048"/>
                  </a:lnTo>
                  <a:lnTo>
                    <a:pt x="11429" y="5334"/>
                  </a:lnTo>
                  <a:lnTo>
                    <a:pt x="12954" y="9144"/>
                  </a:lnTo>
                  <a:lnTo>
                    <a:pt x="12954" y="12192"/>
                  </a:lnTo>
                  <a:lnTo>
                    <a:pt x="10668" y="19050"/>
                  </a:lnTo>
                  <a:lnTo>
                    <a:pt x="8382" y="20574"/>
                  </a:lnTo>
                  <a:lnTo>
                    <a:pt x="5334" y="22098"/>
                  </a:lnTo>
                  <a:lnTo>
                    <a:pt x="0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2" name="object 1952" descr=""/>
            <p:cNvSpPr/>
            <p:nvPr/>
          </p:nvSpPr>
          <p:spPr>
            <a:xfrm>
              <a:off x="3197044" y="286848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3" name="object 1953" descr=""/>
            <p:cNvSpPr/>
            <p:nvPr/>
          </p:nvSpPr>
          <p:spPr>
            <a:xfrm>
              <a:off x="4326327" y="91166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0"/>
                  </a:moveTo>
                  <a:lnTo>
                    <a:pt x="0" y="17526"/>
                  </a:lnTo>
                  <a:lnTo>
                    <a:pt x="762" y="19812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11430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4" name="object 1954" descr=""/>
            <p:cNvSpPr/>
            <p:nvPr/>
          </p:nvSpPr>
          <p:spPr>
            <a:xfrm>
              <a:off x="4347663" y="9330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5" name="object 1955" descr=""/>
            <p:cNvSpPr/>
            <p:nvPr/>
          </p:nvSpPr>
          <p:spPr>
            <a:xfrm>
              <a:off x="4347663" y="91166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6" name="object 1956" descr=""/>
            <p:cNvSpPr/>
            <p:nvPr/>
          </p:nvSpPr>
          <p:spPr>
            <a:xfrm>
              <a:off x="4368052" y="912430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5" h="20319">
                  <a:moveTo>
                    <a:pt x="13139" y="19050"/>
                  </a:moveTo>
                  <a:lnTo>
                    <a:pt x="12377" y="19812"/>
                  </a:lnTo>
                  <a:lnTo>
                    <a:pt x="3078" y="18682"/>
                  </a:lnTo>
                  <a:lnTo>
                    <a:pt x="0" y="9872"/>
                  </a:lnTo>
                  <a:lnTo>
                    <a:pt x="3110" y="1079"/>
                  </a:lnTo>
                  <a:lnTo>
                    <a:pt x="12377" y="0"/>
                  </a:lnTo>
                  <a:lnTo>
                    <a:pt x="13139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7" name="object 1957" descr=""/>
            <p:cNvSpPr/>
            <p:nvPr/>
          </p:nvSpPr>
          <p:spPr>
            <a:xfrm>
              <a:off x="4332424" y="750886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8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8" name="object 1958" descr=""/>
            <p:cNvSpPr/>
            <p:nvPr/>
          </p:nvSpPr>
          <p:spPr>
            <a:xfrm>
              <a:off x="4327089" y="73945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0668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9" name="object 1959" descr=""/>
            <p:cNvSpPr/>
            <p:nvPr/>
          </p:nvSpPr>
          <p:spPr>
            <a:xfrm>
              <a:off x="4347663" y="7615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0" name="object 1960" descr=""/>
            <p:cNvSpPr/>
            <p:nvPr/>
          </p:nvSpPr>
          <p:spPr>
            <a:xfrm>
              <a:off x="4347663" y="739456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8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1" name="object 1961" descr=""/>
            <p:cNvSpPr/>
            <p:nvPr/>
          </p:nvSpPr>
          <p:spPr>
            <a:xfrm>
              <a:off x="4368238" y="73945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9905" y="0"/>
                  </a:moveTo>
                  <a:lnTo>
                    <a:pt x="0" y="9144"/>
                  </a:lnTo>
                  <a:lnTo>
                    <a:pt x="0" y="17526"/>
                  </a:lnTo>
                  <a:lnTo>
                    <a:pt x="761" y="19812"/>
                  </a:lnTo>
                  <a:lnTo>
                    <a:pt x="2285" y="20574"/>
                  </a:lnTo>
                  <a:lnTo>
                    <a:pt x="3809" y="22098"/>
                  </a:lnTo>
                  <a:lnTo>
                    <a:pt x="8381" y="22098"/>
                  </a:lnTo>
                  <a:lnTo>
                    <a:pt x="9905" y="20574"/>
                  </a:lnTo>
                  <a:lnTo>
                    <a:pt x="11429" y="19812"/>
                  </a:lnTo>
                  <a:lnTo>
                    <a:pt x="12191" y="17526"/>
                  </a:lnTo>
                  <a:lnTo>
                    <a:pt x="12191" y="12192"/>
                  </a:lnTo>
                  <a:lnTo>
                    <a:pt x="11429" y="10668"/>
                  </a:lnTo>
                  <a:lnTo>
                    <a:pt x="9905" y="9144"/>
                  </a:lnTo>
                  <a:lnTo>
                    <a:pt x="8381" y="8382"/>
                  </a:lnTo>
                  <a:lnTo>
                    <a:pt x="3809" y="8382"/>
                  </a:lnTo>
                  <a:lnTo>
                    <a:pt x="2285" y="9144"/>
                  </a:lnTo>
                  <a:lnTo>
                    <a:pt x="761" y="10668"/>
                  </a:lnTo>
                  <a:lnTo>
                    <a:pt x="0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2" name="object 1962" descr=""/>
            <p:cNvSpPr/>
            <p:nvPr/>
          </p:nvSpPr>
          <p:spPr>
            <a:xfrm>
              <a:off x="4084774" y="750886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8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3" name="object 1963" descr=""/>
            <p:cNvSpPr/>
            <p:nvPr/>
          </p:nvSpPr>
          <p:spPr>
            <a:xfrm>
              <a:off x="4079439" y="73945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1429" y="9144"/>
                  </a:lnTo>
                  <a:lnTo>
                    <a:pt x="9906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4" name="object 1964" descr=""/>
            <p:cNvSpPr/>
            <p:nvPr/>
          </p:nvSpPr>
          <p:spPr>
            <a:xfrm>
              <a:off x="4100013" y="739456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9905" y="0"/>
                  </a:moveTo>
                  <a:lnTo>
                    <a:pt x="0" y="9144"/>
                  </a:lnTo>
                  <a:lnTo>
                    <a:pt x="0" y="17526"/>
                  </a:lnTo>
                  <a:lnTo>
                    <a:pt x="761" y="19812"/>
                  </a:lnTo>
                  <a:lnTo>
                    <a:pt x="2285" y="20574"/>
                  </a:lnTo>
                  <a:lnTo>
                    <a:pt x="3809" y="22098"/>
                  </a:lnTo>
                  <a:lnTo>
                    <a:pt x="8381" y="22098"/>
                  </a:lnTo>
                  <a:lnTo>
                    <a:pt x="9905" y="20574"/>
                  </a:lnTo>
                  <a:lnTo>
                    <a:pt x="11429" y="19812"/>
                  </a:lnTo>
                  <a:lnTo>
                    <a:pt x="12191" y="17526"/>
                  </a:lnTo>
                  <a:lnTo>
                    <a:pt x="12191" y="12192"/>
                  </a:lnTo>
                  <a:lnTo>
                    <a:pt x="11429" y="10668"/>
                  </a:lnTo>
                  <a:lnTo>
                    <a:pt x="9905" y="9144"/>
                  </a:lnTo>
                  <a:lnTo>
                    <a:pt x="8381" y="8382"/>
                  </a:lnTo>
                  <a:lnTo>
                    <a:pt x="3809" y="8382"/>
                  </a:lnTo>
                  <a:lnTo>
                    <a:pt x="2285" y="9144"/>
                  </a:lnTo>
                  <a:lnTo>
                    <a:pt x="761" y="10668"/>
                  </a:lnTo>
                  <a:lnTo>
                    <a:pt x="0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5" name="object 1965" descr=""/>
            <p:cNvSpPr/>
            <p:nvPr/>
          </p:nvSpPr>
          <p:spPr>
            <a:xfrm>
              <a:off x="4208980" y="2782378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953" y="19812"/>
                  </a:moveTo>
                  <a:lnTo>
                    <a:pt x="12191" y="20574"/>
                  </a:lnTo>
                  <a:lnTo>
                    <a:pt x="9143" y="22098"/>
                  </a:lnTo>
                  <a:lnTo>
                    <a:pt x="6857" y="22098"/>
                  </a:lnTo>
                  <a:lnTo>
                    <a:pt x="3809" y="20574"/>
                  </a:lnTo>
                  <a:lnTo>
                    <a:pt x="1523" y="19050"/>
                  </a:lnTo>
                  <a:lnTo>
                    <a:pt x="761" y="16764"/>
                  </a:lnTo>
                  <a:lnTo>
                    <a:pt x="0" y="12954"/>
                  </a:lnTo>
                  <a:lnTo>
                    <a:pt x="0" y="9906"/>
                  </a:lnTo>
                  <a:lnTo>
                    <a:pt x="761" y="5334"/>
                  </a:lnTo>
                  <a:lnTo>
                    <a:pt x="1523" y="3048"/>
                  </a:lnTo>
                  <a:lnTo>
                    <a:pt x="3809" y="1524"/>
                  </a:lnTo>
                  <a:lnTo>
                    <a:pt x="6857" y="0"/>
                  </a:lnTo>
                  <a:lnTo>
                    <a:pt x="9143" y="0"/>
                  </a:lnTo>
                  <a:lnTo>
                    <a:pt x="12191" y="1524"/>
                  </a:lnTo>
                  <a:lnTo>
                    <a:pt x="12953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6" name="object 1966" descr=""/>
            <p:cNvSpPr/>
            <p:nvPr/>
          </p:nvSpPr>
          <p:spPr>
            <a:xfrm>
              <a:off x="4229554" y="2782378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0668" y="9906"/>
                  </a:lnTo>
                  <a:lnTo>
                    <a:pt x="12192" y="10667"/>
                  </a:lnTo>
                  <a:lnTo>
                    <a:pt x="12954" y="12954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10668" y="20574"/>
                  </a:lnTo>
                  <a:lnTo>
                    <a:pt x="9144" y="22098"/>
                  </a:lnTo>
                  <a:lnTo>
                    <a:pt x="3048" y="22098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7" name="object 1967" descr=""/>
            <p:cNvSpPr/>
            <p:nvPr/>
          </p:nvSpPr>
          <p:spPr>
            <a:xfrm>
              <a:off x="4446724" y="275723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6764"/>
                  </a:lnTo>
                  <a:lnTo>
                    <a:pt x="762" y="19050"/>
                  </a:lnTo>
                  <a:lnTo>
                    <a:pt x="1524" y="19812"/>
                  </a:lnTo>
                  <a:lnTo>
                    <a:pt x="3810" y="21336"/>
                  </a:lnTo>
                  <a:lnTo>
                    <a:pt x="7620" y="21336"/>
                  </a:lnTo>
                  <a:lnTo>
                    <a:pt x="9906" y="19812"/>
                  </a:lnTo>
                  <a:lnTo>
                    <a:pt x="10668" y="19050"/>
                  </a:lnTo>
                  <a:lnTo>
                    <a:pt x="12192" y="16764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8" name="object 1968" descr=""/>
            <p:cNvSpPr/>
            <p:nvPr/>
          </p:nvSpPr>
          <p:spPr>
            <a:xfrm>
              <a:off x="4468060" y="2757232"/>
              <a:ext cx="12700" cy="20955"/>
            </a:xfrm>
            <a:custGeom>
              <a:avLst/>
              <a:gdLst/>
              <a:ahLst/>
              <a:cxnLst/>
              <a:rect l="l" t="t" r="r" b="b"/>
              <a:pathLst>
                <a:path w="12700" h="20955">
                  <a:moveTo>
                    <a:pt x="11429" y="0"/>
                  </a:moveTo>
                  <a:lnTo>
                    <a:pt x="761" y="0"/>
                  </a:lnTo>
                  <a:lnTo>
                    <a:pt x="0" y="9906"/>
                  </a:lnTo>
                  <a:lnTo>
                    <a:pt x="761" y="9144"/>
                  </a:lnTo>
                  <a:lnTo>
                    <a:pt x="9477" y="8214"/>
                  </a:lnTo>
                  <a:lnTo>
                    <a:pt x="12382" y="14477"/>
                  </a:lnTo>
                  <a:lnTo>
                    <a:pt x="9477" y="20741"/>
                  </a:lnTo>
                  <a:lnTo>
                    <a:pt x="761" y="19812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9" name="object 1969" descr=""/>
            <p:cNvSpPr/>
            <p:nvPr/>
          </p:nvSpPr>
          <p:spPr>
            <a:xfrm>
              <a:off x="2906722" y="67544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0" name="object 1970" descr=""/>
            <p:cNvSpPr/>
            <p:nvPr/>
          </p:nvSpPr>
          <p:spPr>
            <a:xfrm>
              <a:off x="2912817" y="67544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1" name="object 1971" descr=""/>
            <p:cNvSpPr/>
            <p:nvPr/>
          </p:nvSpPr>
          <p:spPr>
            <a:xfrm>
              <a:off x="2925772" y="67544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2" name="object 1972" descr=""/>
            <p:cNvSpPr/>
            <p:nvPr/>
          </p:nvSpPr>
          <p:spPr>
            <a:xfrm>
              <a:off x="2925772" y="68535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3" name="object 1973" descr=""/>
            <p:cNvSpPr/>
            <p:nvPr/>
          </p:nvSpPr>
          <p:spPr>
            <a:xfrm>
              <a:off x="2937964" y="675448"/>
              <a:ext cx="0" cy="21590"/>
            </a:xfrm>
            <a:custGeom>
              <a:avLst/>
              <a:gdLst/>
              <a:ahLst/>
              <a:cxnLst/>
              <a:rect l="l" t="t" r="r" b="b"/>
              <a:pathLst>
                <a:path w="0" h="21590">
                  <a:moveTo>
                    <a:pt x="0" y="21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4" name="object 1974" descr=""/>
            <p:cNvSpPr/>
            <p:nvPr/>
          </p:nvSpPr>
          <p:spPr>
            <a:xfrm>
              <a:off x="2947108" y="69678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5" name="object 1975" descr=""/>
            <p:cNvSpPr/>
            <p:nvPr/>
          </p:nvSpPr>
          <p:spPr>
            <a:xfrm>
              <a:off x="2947108" y="67544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5" y="21336"/>
                  </a:moveTo>
                  <a:lnTo>
                    <a:pt x="6095" y="0"/>
                  </a:lnTo>
                  <a:lnTo>
                    <a:pt x="4571" y="3048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6" name="object 1976" descr=""/>
            <p:cNvSpPr/>
            <p:nvPr/>
          </p:nvSpPr>
          <p:spPr>
            <a:xfrm>
              <a:off x="2908245" y="91166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0"/>
                  </a:moveTo>
                  <a:lnTo>
                    <a:pt x="0" y="17526"/>
                  </a:lnTo>
                  <a:lnTo>
                    <a:pt x="1524" y="19812"/>
                  </a:lnTo>
                  <a:lnTo>
                    <a:pt x="2286" y="20574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1430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7" name="object 1977" descr=""/>
            <p:cNvSpPr/>
            <p:nvPr/>
          </p:nvSpPr>
          <p:spPr>
            <a:xfrm>
              <a:off x="2928820" y="91166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0"/>
                  </a:moveTo>
                  <a:lnTo>
                    <a:pt x="13716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192" y="10667"/>
                  </a:lnTo>
                  <a:lnTo>
                    <a:pt x="13716" y="12191"/>
                  </a:lnTo>
                  <a:lnTo>
                    <a:pt x="13716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8" name="object 1978" descr=""/>
            <p:cNvSpPr/>
            <p:nvPr/>
          </p:nvSpPr>
          <p:spPr>
            <a:xfrm>
              <a:off x="2950155" y="926908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4" h="0">
                  <a:moveTo>
                    <a:pt x="0" y="0"/>
                  </a:moveTo>
                  <a:lnTo>
                    <a:pt x="1066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9" name="object 1979" descr=""/>
            <p:cNvSpPr/>
            <p:nvPr/>
          </p:nvSpPr>
          <p:spPr>
            <a:xfrm>
              <a:off x="2948632" y="91166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21336"/>
                  </a:moveTo>
                  <a:lnTo>
                    <a:pt x="6857" y="0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0" name="object 1980" descr=""/>
            <p:cNvSpPr/>
            <p:nvPr/>
          </p:nvSpPr>
          <p:spPr>
            <a:xfrm>
              <a:off x="3290007" y="1352866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20" h="10794">
                  <a:moveTo>
                    <a:pt x="7620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1" name="object 1981" descr=""/>
            <p:cNvSpPr/>
            <p:nvPr/>
          </p:nvSpPr>
          <p:spPr>
            <a:xfrm>
              <a:off x="3285436" y="134219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0667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0667" y="9144"/>
                  </a:lnTo>
                  <a:lnTo>
                    <a:pt x="9906" y="9906"/>
                  </a:lnTo>
                  <a:lnTo>
                    <a:pt x="7620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2" name="object 1982" descr=""/>
            <p:cNvSpPr/>
            <p:nvPr/>
          </p:nvSpPr>
          <p:spPr>
            <a:xfrm>
              <a:off x="3304486" y="134219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90">
                  <a:moveTo>
                    <a:pt x="762" y="1524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1524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3" name="object 1983" descr=""/>
            <p:cNvSpPr/>
            <p:nvPr/>
          </p:nvSpPr>
          <p:spPr>
            <a:xfrm>
              <a:off x="4074106" y="1030540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59">
                  <a:moveTo>
                    <a:pt x="7620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4" name="object 1984" descr=""/>
            <p:cNvSpPr/>
            <p:nvPr/>
          </p:nvSpPr>
          <p:spPr>
            <a:xfrm>
              <a:off x="4069533" y="101911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90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3931" y="3251"/>
                  </a:lnTo>
                  <a:lnTo>
                    <a:pt x="14033" y="897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5" name="object 1985" descr=""/>
            <p:cNvSpPr/>
            <p:nvPr/>
          </p:nvSpPr>
          <p:spPr>
            <a:xfrm>
              <a:off x="4089345" y="1040446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6" name="object 1986" descr=""/>
            <p:cNvSpPr/>
            <p:nvPr/>
          </p:nvSpPr>
          <p:spPr>
            <a:xfrm>
              <a:off x="4089345" y="1019110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5" h="21590">
                  <a:moveTo>
                    <a:pt x="6858" y="21336"/>
                  </a:moveTo>
                  <a:lnTo>
                    <a:pt x="6858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7" name="object 1987" descr=""/>
            <p:cNvSpPr/>
            <p:nvPr/>
          </p:nvSpPr>
          <p:spPr>
            <a:xfrm>
              <a:off x="4120588" y="1026730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69">
                  <a:moveTo>
                    <a:pt x="0" y="0"/>
                  </a:move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8" name="object 1988" descr=""/>
            <p:cNvSpPr/>
            <p:nvPr/>
          </p:nvSpPr>
          <p:spPr>
            <a:xfrm>
              <a:off x="4109919" y="1018348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9" name="object 1989" descr=""/>
            <p:cNvSpPr/>
            <p:nvPr/>
          </p:nvSpPr>
          <p:spPr>
            <a:xfrm>
              <a:off x="4257748" y="1245424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20" h="10794">
                  <a:moveTo>
                    <a:pt x="7620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0" name="object 1990" descr=""/>
            <p:cNvSpPr/>
            <p:nvPr/>
          </p:nvSpPr>
          <p:spPr>
            <a:xfrm>
              <a:off x="4253175" y="1233994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1524"/>
                  </a:lnTo>
                  <a:lnTo>
                    <a:pt x="10667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0667" y="9906"/>
                  </a:lnTo>
                  <a:lnTo>
                    <a:pt x="9906" y="1066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1" name="object 1991" descr=""/>
            <p:cNvSpPr/>
            <p:nvPr/>
          </p:nvSpPr>
          <p:spPr>
            <a:xfrm>
              <a:off x="4272225" y="1233994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4" h="22225">
                  <a:moveTo>
                    <a:pt x="0" y="0"/>
                  </a:moveTo>
                  <a:lnTo>
                    <a:pt x="14478" y="0"/>
                  </a:lnTo>
                  <a:lnTo>
                    <a:pt x="533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2" name="object 1992" descr=""/>
            <p:cNvSpPr/>
            <p:nvPr/>
          </p:nvSpPr>
          <p:spPr>
            <a:xfrm>
              <a:off x="1672282" y="2503486"/>
              <a:ext cx="12700" cy="23495"/>
            </a:xfrm>
            <a:custGeom>
              <a:avLst/>
              <a:gdLst/>
              <a:ahLst/>
              <a:cxnLst/>
              <a:rect l="l" t="t" r="r" b="b"/>
              <a:pathLst>
                <a:path w="12700" h="23494">
                  <a:moveTo>
                    <a:pt x="0" y="0"/>
                  </a:moveTo>
                  <a:lnTo>
                    <a:pt x="0" y="16764"/>
                  </a:lnTo>
                  <a:lnTo>
                    <a:pt x="2006" y="23279"/>
                  </a:lnTo>
                  <a:lnTo>
                    <a:pt x="10185" y="23279"/>
                  </a:lnTo>
                  <a:lnTo>
                    <a:pt x="12192" y="16764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3" name="object 1993" descr=""/>
            <p:cNvSpPr/>
            <p:nvPr/>
          </p:nvSpPr>
          <p:spPr>
            <a:xfrm>
              <a:off x="1704286" y="2510344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4" name="object 1994" descr=""/>
            <p:cNvSpPr/>
            <p:nvPr/>
          </p:nvSpPr>
          <p:spPr>
            <a:xfrm>
              <a:off x="1693617" y="2501962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39">
                  <a:moveTo>
                    <a:pt x="5333" y="0"/>
                  </a:moveTo>
                  <a:lnTo>
                    <a:pt x="0" y="15240"/>
                  </a:lnTo>
                  <a:lnTo>
                    <a:pt x="13715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5" name="object 1995" descr=""/>
            <p:cNvSpPr/>
            <p:nvPr/>
          </p:nvSpPr>
          <p:spPr>
            <a:xfrm>
              <a:off x="1714954" y="251339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6" name="object 1996" descr=""/>
            <p:cNvSpPr/>
            <p:nvPr/>
          </p:nvSpPr>
          <p:spPr>
            <a:xfrm>
              <a:off x="1714954" y="2503486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89">
                  <a:moveTo>
                    <a:pt x="10668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1066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7" name="object 1997" descr=""/>
            <p:cNvSpPr/>
            <p:nvPr/>
          </p:nvSpPr>
          <p:spPr>
            <a:xfrm>
              <a:off x="1183077" y="2515678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0"/>
                  </a:moveTo>
                  <a:lnTo>
                    <a:pt x="0" y="17526"/>
                  </a:lnTo>
                  <a:lnTo>
                    <a:pt x="1524" y="19812"/>
                  </a:lnTo>
                  <a:lnTo>
                    <a:pt x="2286" y="20574"/>
                  </a:lnTo>
                  <a:lnTo>
                    <a:pt x="4572" y="22098"/>
                  </a:lnTo>
                  <a:lnTo>
                    <a:pt x="8382" y="22098"/>
                  </a:lnTo>
                  <a:lnTo>
                    <a:pt x="10668" y="20574"/>
                  </a:lnTo>
                  <a:lnTo>
                    <a:pt x="11430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8" name="object 1998" descr=""/>
            <p:cNvSpPr/>
            <p:nvPr/>
          </p:nvSpPr>
          <p:spPr>
            <a:xfrm>
              <a:off x="1203652" y="2515678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0" y="0"/>
                  </a:moveTo>
                  <a:lnTo>
                    <a:pt x="13716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906"/>
                  </a:lnTo>
                  <a:lnTo>
                    <a:pt x="12192" y="10667"/>
                  </a:lnTo>
                  <a:lnTo>
                    <a:pt x="13716" y="12954"/>
                  </a:lnTo>
                  <a:lnTo>
                    <a:pt x="13716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3048" y="22098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9" name="object 1999" descr=""/>
            <p:cNvSpPr/>
            <p:nvPr/>
          </p:nvSpPr>
          <p:spPr>
            <a:xfrm>
              <a:off x="1226512" y="252634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0" name="object 2000" descr=""/>
            <p:cNvSpPr/>
            <p:nvPr/>
          </p:nvSpPr>
          <p:spPr>
            <a:xfrm>
              <a:off x="1226512" y="2515678"/>
              <a:ext cx="10160" cy="22225"/>
            </a:xfrm>
            <a:custGeom>
              <a:avLst/>
              <a:gdLst/>
              <a:ahLst/>
              <a:cxnLst/>
              <a:rect l="l" t="t" r="r" b="b"/>
              <a:pathLst>
                <a:path w="10159" h="22225">
                  <a:moveTo>
                    <a:pt x="9906" y="22098"/>
                  </a:moveTo>
                  <a:lnTo>
                    <a:pt x="0" y="22098"/>
                  </a:lnTo>
                  <a:lnTo>
                    <a:pt x="0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1" name="object 2001" descr=""/>
            <p:cNvSpPr/>
            <p:nvPr/>
          </p:nvSpPr>
          <p:spPr>
            <a:xfrm>
              <a:off x="1026106" y="250348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12953" y="19050"/>
                  </a:moveTo>
                  <a:lnTo>
                    <a:pt x="12191" y="19812"/>
                  </a:lnTo>
                  <a:lnTo>
                    <a:pt x="9143" y="21336"/>
                  </a:lnTo>
                  <a:lnTo>
                    <a:pt x="6857" y="21336"/>
                  </a:lnTo>
                  <a:lnTo>
                    <a:pt x="3809" y="19812"/>
                  </a:lnTo>
                  <a:lnTo>
                    <a:pt x="2285" y="18288"/>
                  </a:lnTo>
                  <a:lnTo>
                    <a:pt x="761" y="16002"/>
                  </a:lnTo>
                  <a:lnTo>
                    <a:pt x="0" y="12192"/>
                  </a:lnTo>
                  <a:lnTo>
                    <a:pt x="0" y="9144"/>
                  </a:lnTo>
                  <a:lnTo>
                    <a:pt x="761" y="4571"/>
                  </a:lnTo>
                  <a:lnTo>
                    <a:pt x="2285" y="3048"/>
                  </a:lnTo>
                  <a:lnTo>
                    <a:pt x="3809" y="762"/>
                  </a:lnTo>
                  <a:lnTo>
                    <a:pt x="6857" y="0"/>
                  </a:lnTo>
                  <a:lnTo>
                    <a:pt x="9143" y="0"/>
                  </a:lnTo>
                  <a:lnTo>
                    <a:pt x="12191" y="762"/>
                  </a:lnTo>
                  <a:lnTo>
                    <a:pt x="12953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2" name="object 2002" descr=""/>
            <p:cNvSpPr/>
            <p:nvPr/>
          </p:nvSpPr>
          <p:spPr>
            <a:xfrm>
              <a:off x="1047184" y="250348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0925" y="0"/>
                  </a:moveTo>
                  <a:lnTo>
                    <a:pt x="6353" y="0"/>
                  </a:lnTo>
                  <a:lnTo>
                    <a:pt x="3305" y="1524"/>
                  </a:lnTo>
                  <a:lnTo>
                    <a:pt x="648" y="7518"/>
                  </a:lnTo>
                  <a:lnTo>
                    <a:pt x="0" y="14416"/>
                  </a:lnTo>
                  <a:lnTo>
                    <a:pt x="2337" y="19820"/>
                  </a:lnTo>
                  <a:lnTo>
                    <a:pt x="8639" y="21336"/>
                  </a:lnTo>
                  <a:lnTo>
                    <a:pt x="10925" y="19812"/>
                  </a:lnTo>
                  <a:lnTo>
                    <a:pt x="11687" y="19050"/>
                  </a:lnTo>
                  <a:lnTo>
                    <a:pt x="12449" y="16764"/>
                  </a:lnTo>
                  <a:lnTo>
                    <a:pt x="12449" y="12192"/>
                  </a:lnTo>
                  <a:lnTo>
                    <a:pt x="257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3" name="object 2003" descr=""/>
            <p:cNvSpPr/>
            <p:nvPr/>
          </p:nvSpPr>
          <p:spPr>
            <a:xfrm>
              <a:off x="639010" y="250348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12954" y="19050"/>
                  </a:moveTo>
                  <a:lnTo>
                    <a:pt x="12192" y="19812"/>
                  </a:lnTo>
                  <a:lnTo>
                    <a:pt x="9144" y="21336"/>
                  </a:lnTo>
                  <a:lnTo>
                    <a:pt x="6858" y="21336"/>
                  </a:lnTo>
                  <a:lnTo>
                    <a:pt x="3810" y="19812"/>
                  </a:lnTo>
                  <a:lnTo>
                    <a:pt x="2286" y="18288"/>
                  </a:lnTo>
                  <a:lnTo>
                    <a:pt x="762" y="16002"/>
                  </a:lnTo>
                  <a:lnTo>
                    <a:pt x="0" y="12192"/>
                  </a:lnTo>
                  <a:lnTo>
                    <a:pt x="0" y="9144"/>
                  </a:lnTo>
                  <a:lnTo>
                    <a:pt x="762" y="4571"/>
                  </a:lnTo>
                  <a:lnTo>
                    <a:pt x="2286" y="3048"/>
                  </a:lnTo>
                  <a:lnTo>
                    <a:pt x="3810" y="762"/>
                  </a:lnTo>
                  <a:lnTo>
                    <a:pt x="6858" y="0"/>
                  </a:lnTo>
                  <a:lnTo>
                    <a:pt x="9144" y="0"/>
                  </a:lnTo>
                  <a:lnTo>
                    <a:pt x="12192" y="762"/>
                  </a:lnTo>
                  <a:lnTo>
                    <a:pt x="12954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4" name="object 2004" descr=""/>
            <p:cNvSpPr/>
            <p:nvPr/>
          </p:nvSpPr>
          <p:spPr>
            <a:xfrm>
              <a:off x="660346" y="250348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1" y="9144"/>
                  </a:moveTo>
                  <a:lnTo>
                    <a:pt x="2285" y="7620"/>
                  </a:lnTo>
                  <a:lnTo>
                    <a:pt x="1523" y="6858"/>
                  </a:lnTo>
                  <a:lnTo>
                    <a:pt x="0" y="4572"/>
                  </a:lnTo>
                  <a:lnTo>
                    <a:pt x="0" y="3810"/>
                  </a:lnTo>
                  <a:lnTo>
                    <a:pt x="1523" y="1524"/>
                  </a:lnTo>
                  <a:lnTo>
                    <a:pt x="2285" y="762"/>
                  </a:lnTo>
                  <a:lnTo>
                    <a:pt x="4571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4572"/>
                  </a:lnTo>
                  <a:lnTo>
                    <a:pt x="11429" y="6858"/>
                  </a:lnTo>
                  <a:lnTo>
                    <a:pt x="10667" y="7620"/>
                  </a:lnTo>
                  <a:lnTo>
                    <a:pt x="8381" y="9144"/>
                  </a:lnTo>
                  <a:lnTo>
                    <a:pt x="4571" y="9144"/>
                  </a:lnTo>
                  <a:lnTo>
                    <a:pt x="2285" y="9906"/>
                  </a:lnTo>
                  <a:lnTo>
                    <a:pt x="1523" y="10668"/>
                  </a:lnTo>
                  <a:lnTo>
                    <a:pt x="0" y="12954"/>
                  </a:lnTo>
                  <a:lnTo>
                    <a:pt x="0" y="16764"/>
                  </a:lnTo>
                  <a:lnTo>
                    <a:pt x="1523" y="19050"/>
                  </a:lnTo>
                  <a:lnTo>
                    <a:pt x="2285" y="19812"/>
                  </a:lnTo>
                  <a:lnTo>
                    <a:pt x="4571" y="21336"/>
                  </a:lnTo>
                  <a:lnTo>
                    <a:pt x="8381" y="21336"/>
                  </a:lnTo>
                  <a:lnTo>
                    <a:pt x="10667" y="19812"/>
                  </a:lnTo>
                  <a:lnTo>
                    <a:pt x="11429" y="19050"/>
                  </a:lnTo>
                  <a:lnTo>
                    <a:pt x="12191" y="16764"/>
                  </a:lnTo>
                  <a:lnTo>
                    <a:pt x="12191" y="12954"/>
                  </a:lnTo>
                  <a:lnTo>
                    <a:pt x="11429" y="10668"/>
                  </a:lnTo>
                  <a:lnTo>
                    <a:pt x="10667" y="9906"/>
                  </a:lnTo>
                  <a:lnTo>
                    <a:pt x="8381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5" name="object 2005" descr=""/>
            <p:cNvSpPr/>
            <p:nvPr/>
          </p:nvSpPr>
          <p:spPr>
            <a:xfrm>
              <a:off x="832558" y="2503486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89">
                  <a:moveTo>
                    <a:pt x="12953" y="19050"/>
                  </a:moveTo>
                  <a:lnTo>
                    <a:pt x="12191" y="19812"/>
                  </a:lnTo>
                  <a:lnTo>
                    <a:pt x="9143" y="21336"/>
                  </a:lnTo>
                  <a:lnTo>
                    <a:pt x="6857" y="21336"/>
                  </a:lnTo>
                  <a:lnTo>
                    <a:pt x="3809" y="19812"/>
                  </a:lnTo>
                  <a:lnTo>
                    <a:pt x="2285" y="18288"/>
                  </a:lnTo>
                  <a:lnTo>
                    <a:pt x="761" y="16002"/>
                  </a:lnTo>
                  <a:lnTo>
                    <a:pt x="0" y="12192"/>
                  </a:lnTo>
                  <a:lnTo>
                    <a:pt x="0" y="9144"/>
                  </a:lnTo>
                  <a:lnTo>
                    <a:pt x="761" y="4571"/>
                  </a:lnTo>
                  <a:lnTo>
                    <a:pt x="2285" y="3048"/>
                  </a:lnTo>
                  <a:lnTo>
                    <a:pt x="3809" y="762"/>
                  </a:lnTo>
                  <a:lnTo>
                    <a:pt x="6857" y="0"/>
                  </a:lnTo>
                  <a:lnTo>
                    <a:pt x="9143" y="0"/>
                  </a:lnTo>
                  <a:lnTo>
                    <a:pt x="12191" y="762"/>
                  </a:lnTo>
                  <a:lnTo>
                    <a:pt x="12953" y="152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6" name="object 2006" descr=""/>
            <p:cNvSpPr/>
            <p:nvPr/>
          </p:nvSpPr>
          <p:spPr>
            <a:xfrm>
              <a:off x="853132" y="2503486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7" name="object 2007" descr=""/>
            <p:cNvSpPr/>
            <p:nvPr/>
          </p:nvSpPr>
          <p:spPr>
            <a:xfrm>
              <a:off x="1413963" y="250348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6764"/>
                  </a:lnTo>
                  <a:lnTo>
                    <a:pt x="1524" y="19050"/>
                  </a:lnTo>
                  <a:lnTo>
                    <a:pt x="2286" y="19812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8" name="object 2008" descr=""/>
            <p:cNvSpPr/>
            <p:nvPr/>
          </p:nvSpPr>
          <p:spPr>
            <a:xfrm>
              <a:off x="1436062" y="252482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9" name="object 2009" descr=""/>
            <p:cNvSpPr/>
            <p:nvPr/>
          </p:nvSpPr>
          <p:spPr>
            <a:xfrm>
              <a:off x="1436062" y="2503486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0" name="object 2010" descr=""/>
            <p:cNvSpPr/>
            <p:nvPr/>
          </p:nvSpPr>
          <p:spPr>
            <a:xfrm>
              <a:off x="1457398" y="2513392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1" name="object 2011" descr=""/>
            <p:cNvSpPr/>
            <p:nvPr/>
          </p:nvSpPr>
          <p:spPr>
            <a:xfrm>
              <a:off x="1457398" y="2503486"/>
              <a:ext cx="10160" cy="21590"/>
            </a:xfrm>
            <a:custGeom>
              <a:avLst/>
              <a:gdLst/>
              <a:ahLst/>
              <a:cxnLst/>
              <a:rect l="l" t="t" r="r" b="b"/>
              <a:pathLst>
                <a:path w="10159" h="21589">
                  <a:moveTo>
                    <a:pt x="9906" y="21336"/>
                  </a:moveTo>
                  <a:lnTo>
                    <a:pt x="0" y="21336"/>
                  </a:lnTo>
                  <a:lnTo>
                    <a:pt x="0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2" name="object 2012" descr=""/>
            <p:cNvSpPr/>
            <p:nvPr/>
          </p:nvSpPr>
          <p:spPr>
            <a:xfrm>
              <a:off x="868372" y="627442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30" h="6984">
                  <a:moveTo>
                    <a:pt x="11430" y="6858"/>
                  </a:moveTo>
                  <a:lnTo>
                    <a:pt x="9144" y="6096"/>
                  </a:lnTo>
                  <a:lnTo>
                    <a:pt x="7620" y="3810"/>
                  </a:lnTo>
                  <a:lnTo>
                    <a:pt x="4572" y="762"/>
                  </a:lnTo>
                  <a:lnTo>
                    <a:pt x="2286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3" name="object 2013" descr=""/>
            <p:cNvSpPr/>
            <p:nvPr/>
          </p:nvSpPr>
          <p:spPr>
            <a:xfrm>
              <a:off x="864562" y="610678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5334" y="21336"/>
                  </a:moveTo>
                  <a:lnTo>
                    <a:pt x="3048" y="20574"/>
                  </a:lnTo>
                  <a:lnTo>
                    <a:pt x="762" y="18288"/>
                  </a:lnTo>
                  <a:lnTo>
                    <a:pt x="0" y="14478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5334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6065" y="6286"/>
                  </a:lnTo>
                  <a:lnTo>
                    <a:pt x="16065" y="15049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4" name="object 2014" descr=""/>
            <p:cNvSpPr/>
            <p:nvPr/>
          </p:nvSpPr>
          <p:spPr>
            <a:xfrm>
              <a:off x="886660" y="632014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4" h="0">
                  <a:moveTo>
                    <a:pt x="129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5" name="object 2015" descr=""/>
            <p:cNvSpPr/>
            <p:nvPr/>
          </p:nvSpPr>
          <p:spPr>
            <a:xfrm>
              <a:off x="886660" y="61067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6" name="object 2016" descr=""/>
            <p:cNvSpPr/>
            <p:nvPr/>
          </p:nvSpPr>
          <p:spPr>
            <a:xfrm>
              <a:off x="907234" y="625918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4" h="0">
                  <a:moveTo>
                    <a:pt x="0" y="0"/>
                  </a:moveTo>
                  <a:lnTo>
                    <a:pt x="1066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7" name="object 2017" descr=""/>
            <p:cNvSpPr/>
            <p:nvPr/>
          </p:nvSpPr>
          <p:spPr>
            <a:xfrm>
              <a:off x="905710" y="61067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21336"/>
                  </a:moveTo>
                  <a:lnTo>
                    <a:pt x="6857" y="0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8" name="object 2018" descr=""/>
            <p:cNvSpPr/>
            <p:nvPr/>
          </p:nvSpPr>
          <p:spPr>
            <a:xfrm>
              <a:off x="1262326" y="108388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2"/>
                  </a:lnTo>
                  <a:lnTo>
                    <a:pt x="11429" y="5334"/>
                  </a:lnTo>
                  <a:lnTo>
                    <a:pt x="12191" y="9144"/>
                  </a:lnTo>
                  <a:lnTo>
                    <a:pt x="12192" y="12192"/>
                  </a:lnTo>
                  <a:lnTo>
                    <a:pt x="11430" y="16002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9" name="object 2019" descr=""/>
            <p:cNvSpPr/>
            <p:nvPr/>
          </p:nvSpPr>
          <p:spPr>
            <a:xfrm>
              <a:off x="1282899" y="110521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0" name="object 2020" descr=""/>
            <p:cNvSpPr/>
            <p:nvPr/>
          </p:nvSpPr>
          <p:spPr>
            <a:xfrm>
              <a:off x="1282899" y="108388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1" name="object 2021" descr=""/>
            <p:cNvSpPr/>
            <p:nvPr/>
          </p:nvSpPr>
          <p:spPr>
            <a:xfrm>
              <a:off x="1139644" y="944434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4">
                  <a:moveTo>
                    <a:pt x="7619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2" name="object 2022" descr=""/>
            <p:cNvSpPr/>
            <p:nvPr/>
          </p:nvSpPr>
          <p:spPr>
            <a:xfrm>
              <a:off x="1134310" y="93300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4693" y="3251"/>
                  </a:lnTo>
                  <a:lnTo>
                    <a:pt x="14795" y="897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3" name="object 2023" descr=""/>
            <p:cNvSpPr/>
            <p:nvPr/>
          </p:nvSpPr>
          <p:spPr>
            <a:xfrm>
              <a:off x="1154122" y="93300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295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4" name="object 2024" descr=""/>
            <p:cNvSpPr/>
            <p:nvPr/>
          </p:nvSpPr>
          <p:spPr>
            <a:xfrm>
              <a:off x="1174696" y="93300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954" y="12191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11430" y="20574"/>
                  </a:lnTo>
                  <a:lnTo>
                    <a:pt x="9144" y="22098"/>
                  </a:lnTo>
                  <a:lnTo>
                    <a:pt x="3048" y="22098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5" name="object 2025" descr=""/>
            <p:cNvSpPr/>
            <p:nvPr/>
          </p:nvSpPr>
          <p:spPr>
            <a:xfrm>
              <a:off x="1253944" y="798892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7620"/>
                  </a:moveTo>
                  <a:lnTo>
                    <a:pt x="9144" y="6096"/>
                  </a:lnTo>
                  <a:lnTo>
                    <a:pt x="4572" y="1524"/>
                  </a:lnTo>
                  <a:lnTo>
                    <a:pt x="2286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6" name="object 2026" descr=""/>
            <p:cNvSpPr/>
            <p:nvPr/>
          </p:nvSpPr>
          <p:spPr>
            <a:xfrm>
              <a:off x="1250134" y="782890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5334" y="21336"/>
                  </a:moveTo>
                  <a:lnTo>
                    <a:pt x="3048" y="20574"/>
                  </a:lnTo>
                  <a:lnTo>
                    <a:pt x="762" y="18288"/>
                  </a:lnTo>
                  <a:lnTo>
                    <a:pt x="0" y="14478"/>
                  </a:lnTo>
                  <a:lnTo>
                    <a:pt x="0" y="6858"/>
                  </a:lnTo>
                  <a:lnTo>
                    <a:pt x="762" y="3048"/>
                  </a:lnTo>
                  <a:lnTo>
                    <a:pt x="3048" y="762"/>
                  </a:lnTo>
                  <a:lnTo>
                    <a:pt x="5334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6065" y="6286"/>
                  </a:lnTo>
                  <a:lnTo>
                    <a:pt x="16065" y="15049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7" name="object 2027" descr=""/>
            <p:cNvSpPr/>
            <p:nvPr/>
          </p:nvSpPr>
          <p:spPr>
            <a:xfrm>
              <a:off x="1272232" y="80422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8" name="object 2028" descr=""/>
            <p:cNvSpPr/>
            <p:nvPr/>
          </p:nvSpPr>
          <p:spPr>
            <a:xfrm>
              <a:off x="1272232" y="78289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9" name="object 2029" descr=""/>
            <p:cNvSpPr/>
            <p:nvPr/>
          </p:nvSpPr>
          <p:spPr>
            <a:xfrm>
              <a:off x="1294330" y="782890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40" h="21590">
                  <a:moveTo>
                    <a:pt x="6858" y="9905"/>
                  </a:moveTo>
                  <a:lnTo>
                    <a:pt x="9906" y="11429"/>
                  </a:lnTo>
                  <a:lnTo>
                    <a:pt x="15151" y="15354"/>
                  </a:lnTo>
                  <a:lnTo>
                    <a:pt x="10934" y="20726"/>
                  </a:lnTo>
                  <a:lnTo>
                    <a:pt x="7620" y="21335"/>
                  </a:lnTo>
                  <a:lnTo>
                    <a:pt x="0" y="21335"/>
                  </a:lnTo>
                  <a:lnTo>
                    <a:pt x="0" y="0"/>
                  </a:lnTo>
                  <a:lnTo>
                    <a:pt x="6858" y="0"/>
                  </a:lnTo>
                  <a:lnTo>
                    <a:pt x="0" y="990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0" name="object 2030" descr=""/>
            <p:cNvSpPr/>
            <p:nvPr/>
          </p:nvSpPr>
          <p:spPr>
            <a:xfrm>
              <a:off x="1622752" y="1266760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4">
                  <a:moveTo>
                    <a:pt x="6858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1" name="object 2031" descr=""/>
            <p:cNvSpPr/>
            <p:nvPr/>
          </p:nvSpPr>
          <p:spPr>
            <a:xfrm>
              <a:off x="1617418" y="125609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2" name="object 2032" descr=""/>
            <p:cNvSpPr/>
            <p:nvPr/>
          </p:nvSpPr>
          <p:spPr>
            <a:xfrm>
              <a:off x="1637992" y="125609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11430" y="0"/>
                  </a:moveTo>
                  <a:lnTo>
                    <a:pt x="762" y="0"/>
                  </a:lnTo>
                  <a:lnTo>
                    <a:pt x="0" y="9906"/>
                  </a:lnTo>
                  <a:lnTo>
                    <a:pt x="762" y="9144"/>
                  </a:lnTo>
                  <a:lnTo>
                    <a:pt x="3048" y="7620"/>
                  </a:lnTo>
                  <a:lnTo>
                    <a:pt x="8382" y="7620"/>
                  </a:lnTo>
                  <a:lnTo>
                    <a:pt x="10668" y="9144"/>
                  </a:lnTo>
                  <a:lnTo>
                    <a:pt x="11430" y="9906"/>
                  </a:lnTo>
                  <a:lnTo>
                    <a:pt x="12192" y="12192"/>
                  </a:lnTo>
                  <a:lnTo>
                    <a:pt x="12192" y="17526"/>
                  </a:lnTo>
                  <a:lnTo>
                    <a:pt x="10668" y="20574"/>
                  </a:lnTo>
                  <a:lnTo>
                    <a:pt x="8382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3" name="object 2033" descr=""/>
            <p:cNvSpPr/>
            <p:nvPr/>
          </p:nvSpPr>
          <p:spPr>
            <a:xfrm>
              <a:off x="1658566" y="127742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4" name="object 2034" descr=""/>
            <p:cNvSpPr/>
            <p:nvPr/>
          </p:nvSpPr>
          <p:spPr>
            <a:xfrm>
              <a:off x="1658566" y="1256092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2285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5" name="object 2035" descr=""/>
            <p:cNvSpPr/>
            <p:nvPr/>
          </p:nvSpPr>
          <p:spPr>
            <a:xfrm>
              <a:off x="874172" y="1063306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4" h="20319">
                  <a:moveTo>
                    <a:pt x="13249" y="18287"/>
                  </a:moveTo>
                  <a:lnTo>
                    <a:pt x="12487" y="19811"/>
                  </a:lnTo>
                  <a:lnTo>
                    <a:pt x="3175" y="18771"/>
                  </a:lnTo>
                  <a:lnTo>
                    <a:pt x="0" y="9891"/>
                  </a:lnTo>
                  <a:lnTo>
                    <a:pt x="3068" y="1018"/>
                  </a:lnTo>
                  <a:lnTo>
                    <a:pt x="12487" y="0"/>
                  </a:lnTo>
                  <a:lnTo>
                    <a:pt x="13249" y="76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6" name="object 2036" descr=""/>
            <p:cNvSpPr/>
            <p:nvPr/>
          </p:nvSpPr>
          <p:spPr>
            <a:xfrm>
              <a:off x="895804" y="108388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7" name="object 2037" descr=""/>
            <p:cNvSpPr/>
            <p:nvPr/>
          </p:nvSpPr>
          <p:spPr>
            <a:xfrm>
              <a:off x="895804" y="106254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8" name="object 2038" descr=""/>
            <p:cNvSpPr/>
            <p:nvPr/>
          </p:nvSpPr>
          <p:spPr>
            <a:xfrm>
              <a:off x="863799" y="134219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0"/>
                  </a:moveTo>
                  <a:lnTo>
                    <a:pt x="0" y="16764"/>
                  </a:lnTo>
                  <a:lnTo>
                    <a:pt x="762" y="19050"/>
                  </a:lnTo>
                  <a:lnTo>
                    <a:pt x="2286" y="19812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9" name="object 2039" descr=""/>
            <p:cNvSpPr/>
            <p:nvPr/>
          </p:nvSpPr>
          <p:spPr>
            <a:xfrm>
              <a:off x="884374" y="134219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90">
                  <a:moveTo>
                    <a:pt x="0" y="0"/>
                  </a:moveTo>
                  <a:lnTo>
                    <a:pt x="13716" y="0"/>
                  </a:lnTo>
                  <a:lnTo>
                    <a:pt x="6096" y="7620"/>
                  </a:lnTo>
                  <a:lnTo>
                    <a:pt x="9144" y="7620"/>
                  </a:lnTo>
                  <a:lnTo>
                    <a:pt x="11430" y="9144"/>
                  </a:lnTo>
                  <a:lnTo>
                    <a:pt x="12192" y="9905"/>
                  </a:lnTo>
                  <a:lnTo>
                    <a:pt x="13716" y="12191"/>
                  </a:lnTo>
                  <a:lnTo>
                    <a:pt x="13716" y="16764"/>
                  </a:lnTo>
                  <a:lnTo>
                    <a:pt x="12192" y="19050"/>
                  </a:lnTo>
                  <a:lnTo>
                    <a:pt x="11430" y="19812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19812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0" name="object 2040" descr=""/>
            <p:cNvSpPr/>
            <p:nvPr/>
          </p:nvSpPr>
          <p:spPr>
            <a:xfrm>
              <a:off x="907234" y="134219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6858" y="9905"/>
                  </a:moveTo>
                  <a:lnTo>
                    <a:pt x="9906" y="10667"/>
                  </a:lnTo>
                  <a:lnTo>
                    <a:pt x="10668" y="12191"/>
                  </a:lnTo>
                  <a:lnTo>
                    <a:pt x="12192" y="13715"/>
                  </a:lnTo>
                  <a:lnTo>
                    <a:pt x="12192" y="16763"/>
                  </a:lnTo>
                  <a:lnTo>
                    <a:pt x="10668" y="19049"/>
                  </a:lnTo>
                  <a:lnTo>
                    <a:pt x="9906" y="19811"/>
                  </a:lnTo>
                  <a:lnTo>
                    <a:pt x="7620" y="21335"/>
                  </a:lnTo>
                  <a:lnTo>
                    <a:pt x="0" y="21335"/>
                  </a:lnTo>
                  <a:lnTo>
                    <a:pt x="0" y="0"/>
                  </a:lnTo>
                  <a:lnTo>
                    <a:pt x="6858" y="0"/>
                  </a:lnTo>
                  <a:lnTo>
                    <a:pt x="0" y="990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1" name="object 2041" descr=""/>
            <p:cNvSpPr/>
            <p:nvPr/>
          </p:nvSpPr>
          <p:spPr>
            <a:xfrm>
              <a:off x="482800" y="1095310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59">
                  <a:moveTo>
                    <a:pt x="7620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2" name="object 2042" descr=""/>
            <p:cNvSpPr/>
            <p:nvPr/>
          </p:nvSpPr>
          <p:spPr>
            <a:xfrm>
              <a:off x="477466" y="1083880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40" h="21590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4795" y="2451"/>
                  </a:lnTo>
                  <a:lnTo>
                    <a:pt x="14693" y="817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3" name="object 2043" descr=""/>
            <p:cNvSpPr/>
            <p:nvPr/>
          </p:nvSpPr>
          <p:spPr>
            <a:xfrm>
              <a:off x="508708" y="109073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4" name="object 2044" descr=""/>
            <p:cNvSpPr/>
            <p:nvPr/>
          </p:nvSpPr>
          <p:spPr>
            <a:xfrm>
              <a:off x="498040" y="1083118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5" name="object 2045" descr=""/>
            <p:cNvSpPr/>
            <p:nvPr/>
          </p:nvSpPr>
          <p:spPr>
            <a:xfrm>
              <a:off x="518614" y="108388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4571" y="9144"/>
                  </a:moveTo>
                  <a:lnTo>
                    <a:pt x="2285" y="8382"/>
                  </a:lnTo>
                  <a:lnTo>
                    <a:pt x="1523" y="6858"/>
                  </a:lnTo>
                  <a:lnTo>
                    <a:pt x="0" y="5334"/>
                  </a:lnTo>
                  <a:lnTo>
                    <a:pt x="0" y="3810"/>
                  </a:lnTo>
                  <a:lnTo>
                    <a:pt x="1523" y="2286"/>
                  </a:lnTo>
                  <a:lnTo>
                    <a:pt x="2285" y="762"/>
                  </a:lnTo>
                  <a:lnTo>
                    <a:pt x="4571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2191" y="3810"/>
                  </a:lnTo>
                  <a:lnTo>
                    <a:pt x="12191" y="5334"/>
                  </a:lnTo>
                  <a:lnTo>
                    <a:pt x="10667" y="8382"/>
                  </a:lnTo>
                  <a:lnTo>
                    <a:pt x="8381" y="9144"/>
                  </a:lnTo>
                  <a:lnTo>
                    <a:pt x="4571" y="9144"/>
                  </a:lnTo>
                  <a:lnTo>
                    <a:pt x="2285" y="9906"/>
                  </a:lnTo>
                  <a:lnTo>
                    <a:pt x="1523" y="11430"/>
                  </a:lnTo>
                  <a:lnTo>
                    <a:pt x="0" y="12954"/>
                  </a:lnTo>
                  <a:lnTo>
                    <a:pt x="0" y="17526"/>
                  </a:lnTo>
                  <a:lnTo>
                    <a:pt x="1523" y="19050"/>
                  </a:lnTo>
                  <a:lnTo>
                    <a:pt x="2285" y="20574"/>
                  </a:lnTo>
                  <a:lnTo>
                    <a:pt x="4571" y="21336"/>
                  </a:lnTo>
                  <a:lnTo>
                    <a:pt x="8381" y="21336"/>
                  </a:lnTo>
                  <a:lnTo>
                    <a:pt x="10667" y="20574"/>
                  </a:lnTo>
                  <a:lnTo>
                    <a:pt x="12191" y="17526"/>
                  </a:lnTo>
                  <a:lnTo>
                    <a:pt x="12191" y="12954"/>
                  </a:lnTo>
                  <a:lnTo>
                    <a:pt x="10667" y="9906"/>
                  </a:lnTo>
                  <a:lnTo>
                    <a:pt x="8381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6" name="object 2046" descr=""/>
            <p:cNvSpPr/>
            <p:nvPr/>
          </p:nvSpPr>
          <p:spPr>
            <a:xfrm>
              <a:off x="482800" y="622108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59">
                  <a:moveTo>
                    <a:pt x="7620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7" name="object 2047" descr=""/>
            <p:cNvSpPr/>
            <p:nvPr/>
          </p:nvSpPr>
          <p:spPr>
            <a:xfrm>
              <a:off x="477466" y="610678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40" h="21590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4795" y="2451"/>
                  </a:lnTo>
                  <a:lnTo>
                    <a:pt x="14693" y="817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8" name="object 2048" descr=""/>
            <p:cNvSpPr/>
            <p:nvPr/>
          </p:nvSpPr>
          <p:spPr>
            <a:xfrm>
              <a:off x="498040" y="610678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90">
                  <a:moveTo>
                    <a:pt x="11429" y="0"/>
                  </a:moveTo>
                  <a:lnTo>
                    <a:pt x="1523" y="0"/>
                  </a:lnTo>
                  <a:lnTo>
                    <a:pt x="0" y="9906"/>
                  </a:lnTo>
                  <a:lnTo>
                    <a:pt x="3047" y="8382"/>
                  </a:lnTo>
                  <a:lnTo>
                    <a:pt x="8381" y="8382"/>
                  </a:lnTo>
                  <a:lnTo>
                    <a:pt x="10667" y="9144"/>
                  </a:lnTo>
                  <a:lnTo>
                    <a:pt x="11429" y="9906"/>
                  </a:lnTo>
                  <a:lnTo>
                    <a:pt x="12953" y="12192"/>
                  </a:lnTo>
                  <a:lnTo>
                    <a:pt x="12953" y="17526"/>
                  </a:lnTo>
                  <a:lnTo>
                    <a:pt x="11429" y="19812"/>
                  </a:lnTo>
                  <a:lnTo>
                    <a:pt x="10667" y="20574"/>
                  </a:lnTo>
                  <a:lnTo>
                    <a:pt x="8381" y="21336"/>
                  </a:lnTo>
                  <a:lnTo>
                    <a:pt x="3047" y="21336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9" name="object 2049" descr=""/>
            <p:cNvSpPr/>
            <p:nvPr/>
          </p:nvSpPr>
          <p:spPr>
            <a:xfrm>
              <a:off x="517852" y="610678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4" h="21590">
                  <a:moveTo>
                    <a:pt x="762" y="2286"/>
                  </a:moveTo>
                  <a:lnTo>
                    <a:pt x="2286" y="762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954" y="3810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0" name="object 2050" descr=""/>
            <p:cNvSpPr/>
            <p:nvPr/>
          </p:nvSpPr>
          <p:spPr>
            <a:xfrm>
              <a:off x="4945072" y="5610922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8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1" name="object 2051" descr=""/>
            <p:cNvSpPr/>
            <p:nvPr/>
          </p:nvSpPr>
          <p:spPr>
            <a:xfrm>
              <a:off x="4939738" y="56002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2" name="object 2052" descr=""/>
            <p:cNvSpPr/>
            <p:nvPr/>
          </p:nvSpPr>
          <p:spPr>
            <a:xfrm>
              <a:off x="4970218" y="56071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3" name="object 2053" descr=""/>
            <p:cNvSpPr/>
            <p:nvPr/>
          </p:nvSpPr>
          <p:spPr>
            <a:xfrm>
              <a:off x="4960312" y="5598730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4572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4" name="object 2054" descr=""/>
            <p:cNvSpPr/>
            <p:nvPr/>
          </p:nvSpPr>
          <p:spPr>
            <a:xfrm>
              <a:off x="5031939" y="4213414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5" name="object 2055" descr=""/>
            <p:cNvSpPr/>
            <p:nvPr/>
          </p:nvSpPr>
          <p:spPr>
            <a:xfrm>
              <a:off x="5027368" y="420198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4020" y="2082"/>
                  </a:lnTo>
                  <a:lnTo>
                    <a:pt x="14020" y="9347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6" name="object 2056" descr=""/>
            <p:cNvSpPr/>
            <p:nvPr/>
          </p:nvSpPr>
          <p:spPr>
            <a:xfrm>
              <a:off x="5047180" y="420198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4572" y="9144"/>
                  </a:moveTo>
                  <a:lnTo>
                    <a:pt x="2286" y="8382"/>
                  </a:lnTo>
                  <a:lnTo>
                    <a:pt x="1524" y="7620"/>
                  </a:lnTo>
                  <a:lnTo>
                    <a:pt x="0" y="5334"/>
                  </a:lnTo>
                  <a:lnTo>
                    <a:pt x="0" y="3810"/>
                  </a:lnTo>
                  <a:lnTo>
                    <a:pt x="1524" y="2286"/>
                  </a:lnTo>
                  <a:lnTo>
                    <a:pt x="2286" y="762"/>
                  </a:lnTo>
                  <a:lnTo>
                    <a:pt x="4572" y="0"/>
                  </a:lnTo>
                  <a:lnTo>
                    <a:pt x="8382" y="0"/>
                  </a:lnTo>
                  <a:lnTo>
                    <a:pt x="10668" y="762"/>
                  </a:lnTo>
                  <a:lnTo>
                    <a:pt x="11430" y="2286"/>
                  </a:lnTo>
                  <a:lnTo>
                    <a:pt x="12954" y="3810"/>
                  </a:lnTo>
                  <a:lnTo>
                    <a:pt x="12954" y="5334"/>
                  </a:lnTo>
                  <a:lnTo>
                    <a:pt x="11430" y="7620"/>
                  </a:lnTo>
                  <a:lnTo>
                    <a:pt x="10668" y="8382"/>
                  </a:lnTo>
                  <a:lnTo>
                    <a:pt x="8382" y="9144"/>
                  </a:lnTo>
                  <a:lnTo>
                    <a:pt x="4572" y="9144"/>
                  </a:lnTo>
                  <a:lnTo>
                    <a:pt x="2286" y="10668"/>
                  </a:lnTo>
                  <a:lnTo>
                    <a:pt x="1524" y="11430"/>
                  </a:lnTo>
                  <a:lnTo>
                    <a:pt x="0" y="13716"/>
                  </a:lnTo>
                  <a:lnTo>
                    <a:pt x="0" y="17526"/>
                  </a:lnTo>
                  <a:lnTo>
                    <a:pt x="1524" y="19812"/>
                  </a:lnTo>
                  <a:lnTo>
                    <a:pt x="2286" y="20574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1430" y="19812"/>
                  </a:lnTo>
                  <a:lnTo>
                    <a:pt x="12954" y="17526"/>
                  </a:lnTo>
                  <a:lnTo>
                    <a:pt x="12954" y="13716"/>
                  </a:lnTo>
                  <a:lnTo>
                    <a:pt x="11430" y="11430"/>
                  </a:lnTo>
                  <a:lnTo>
                    <a:pt x="10668" y="10668"/>
                  </a:lnTo>
                  <a:lnTo>
                    <a:pt x="8382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7" name="object 2057" descr=""/>
            <p:cNvSpPr/>
            <p:nvPr/>
          </p:nvSpPr>
          <p:spPr>
            <a:xfrm>
              <a:off x="4826962" y="399853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8" name="object 2058" descr=""/>
            <p:cNvSpPr/>
            <p:nvPr/>
          </p:nvSpPr>
          <p:spPr>
            <a:xfrm>
              <a:off x="4821627" y="398710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1"/>
                  </a:lnTo>
                  <a:lnTo>
                    <a:pt x="12191" y="3809"/>
                  </a:lnTo>
                  <a:lnTo>
                    <a:pt x="12191" y="6857"/>
                  </a:lnTo>
                  <a:lnTo>
                    <a:pt x="11429" y="9143"/>
                  </a:lnTo>
                  <a:lnTo>
                    <a:pt x="10668" y="9905"/>
                  </a:lnTo>
                  <a:lnTo>
                    <a:pt x="8382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9" name="object 2059" descr=""/>
            <p:cNvSpPr/>
            <p:nvPr/>
          </p:nvSpPr>
          <p:spPr>
            <a:xfrm>
              <a:off x="4842201" y="400843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0" name="object 2060" descr=""/>
            <p:cNvSpPr/>
            <p:nvPr/>
          </p:nvSpPr>
          <p:spPr>
            <a:xfrm>
              <a:off x="4842201" y="398710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5"/>
                  </a:moveTo>
                  <a:lnTo>
                    <a:pt x="6096" y="0"/>
                  </a:lnTo>
                  <a:lnTo>
                    <a:pt x="4572" y="3047"/>
                  </a:lnTo>
                  <a:lnTo>
                    <a:pt x="2286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1" name="object 2061" descr=""/>
            <p:cNvSpPr/>
            <p:nvPr/>
          </p:nvSpPr>
          <p:spPr>
            <a:xfrm>
              <a:off x="4862013" y="398710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0"/>
                  </a:moveTo>
                  <a:lnTo>
                    <a:pt x="12954" y="0"/>
                  </a:lnTo>
                  <a:lnTo>
                    <a:pt x="6096" y="8381"/>
                  </a:lnTo>
                  <a:lnTo>
                    <a:pt x="9144" y="8381"/>
                  </a:lnTo>
                  <a:lnTo>
                    <a:pt x="11430" y="9143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5"/>
                  </a:lnTo>
                  <a:lnTo>
                    <a:pt x="11430" y="20573"/>
                  </a:lnTo>
                  <a:lnTo>
                    <a:pt x="9144" y="21335"/>
                  </a:lnTo>
                  <a:lnTo>
                    <a:pt x="3048" y="21335"/>
                  </a:lnTo>
                  <a:lnTo>
                    <a:pt x="762" y="20573"/>
                  </a:lnTo>
                  <a:lnTo>
                    <a:pt x="0" y="1904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2" name="object 2062" descr=""/>
            <p:cNvSpPr/>
            <p:nvPr/>
          </p:nvSpPr>
          <p:spPr>
            <a:xfrm>
              <a:off x="4439866" y="369754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3" name="object 2063" descr=""/>
            <p:cNvSpPr/>
            <p:nvPr/>
          </p:nvSpPr>
          <p:spPr>
            <a:xfrm>
              <a:off x="4434531" y="368611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4" name="object 2064" descr=""/>
            <p:cNvSpPr/>
            <p:nvPr/>
          </p:nvSpPr>
          <p:spPr>
            <a:xfrm>
              <a:off x="4455106" y="368611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1429" y="0"/>
                  </a:moveTo>
                  <a:lnTo>
                    <a:pt x="1523" y="0"/>
                  </a:lnTo>
                  <a:lnTo>
                    <a:pt x="0" y="9906"/>
                  </a:lnTo>
                  <a:lnTo>
                    <a:pt x="3047" y="8382"/>
                  </a:lnTo>
                  <a:lnTo>
                    <a:pt x="8381" y="8382"/>
                  </a:lnTo>
                  <a:lnTo>
                    <a:pt x="10667" y="9144"/>
                  </a:lnTo>
                  <a:lnTo>
                    <a:pt x="11429" y="9906"/>
                  </a:lnTo>
                  <a:lnTo>
                    <a:pt x="12191" y="12192"/>
                  </a:lnTo>
                  <a:lnTo>
                    <a:pt x="12191" y="17526"/>
                  </a:lnTo>
                  <a:lnTo>
                    <a:pt x="10667" y="20574"/>
                  </a:lnTo>
                  <a:lnTo>
                    <a:pt x="8381" y="21336"/>
                  </a:lnTo>
                  <a:lnTo>
                    <a:pt x="3047" y="21336"/>
                  </a:lnTo>
                  <a:lnTo>
                    <a:pt x="1523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5" name="object 2065" descr=""/>
            <p:cNvSpPr/>
            <p:nvPr/>
          </p:nvSpPr>
          <p:spPr>
            <a:xfrm>
              <a:off x="4474918" y="368611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1430" y="9144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6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6" name="object 2066" descr=""/>
            <p:cNvSpPr/>
            <p:nvPr/>
          </p:nvSpPr>
          <p:spPr>
            <a:xfrm>
              <a:off x="3407356" y="3740212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7" name="object 2067" descr=""/>
            <p:cNvSpPr/>
            <p:nvPr/>
          </p:nvSpPr>
          <p:spPr>
            <a:xfrm>
              <a:off x="3402783" y="372878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5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3919" y="3238"/>
                  </a:lnTo>
                  <a:lnTo>
                    <a:pt x="14033" y="8978"/>
                  </a:lnTo>
                  <a:lnTo>
                    <a:pt x="7620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8" name="object 2068" descr=""/>
            <p:cNvSpPr/>
            <p:nvPr/>
          </p:nvSpPr>
          <p:spPr>
            <a:xfrm>
              <a:off x="3421833" y="372878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0"/>
                  </a:moveTo>
                  <a:lnTo>
                    <a:pt x="13716" y="0"/>
                  </a:lnTo>
                  <a:lnTo>
                    <a:pt x="6096" y="8381"/>
                  </a:lnTo>
                  <a:lnTo>
                    <a:pt x="9144" y="8381"/>
                  </a:lnTo>
                  <a:lnTo>
                    <a:pt x="11430" y="9143"/>
                  </a:lnTo>
                  <a:lnTo>
                    <a:pt x="12192" y="10667"/>
                  </a:lnTo>
                  <a:lnTo>
                    <a:pt x="13716" y="12191"/>
                  </a:lnTo>
                  <a:lnTo>
                    <a:pt x="13716" y="17525"/>
                  </a:lnTo>
                  <a:lnTo>
                    <a:pt x="12192" y="19811"/>
                  </a:lnTo>
                  <a:lnTo>
                    <a:pt x="11430" y="20573"/>
                  </a:lnTo>
                  <a:lnTo>
                    <a:pt x="9144" y="21335"/>
                  </a:lnTo>
                  <a:lnTo>
                    <a:pt x="3048" y="21335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9" name="object 2069" descr=""/>
            <p:cNvSpPr/>
            <p:nvPr/>
          </p:nvSpPr>
          <p:spPr>
            <a:xfrm>
              <a:off x="3443169" y="372878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11429" y="0"/>
                  </a:moveTo>
                  <a:lnTo>
                    <a:pt x="1523" y="0"/>
                  </a:lnTo>
                  <a:lnTo>
                    <a:pt x="0" y="10667"/>
                  </a:lnTo>
                  <a:lnTo>
                    <a:pt x="1523" y="9143"/>
                  </a:lnTo>
                  <a:lnTo>
                    <a:pt x="3047" y="8381"/>
                  </a:lnTo>
                  <a:lnTo>
                    <a:pt x="8381" y="8381"/>
                  </a:lnTo>
                  <a:lnTo>
                    <a:pt x="10667" y="9143"/>
                  </a:lnTo>
                  <a:lnTo>
                    <a:pt x="11429" y="10667"/>
                  </a:lnTo>
                  <a:lnTo>
                    <a:pt x="12953" y="12191"/>
                  </a:lnTo>
                  <a:lnTo>
                    <a:pt x="12953" y="17525"/>
                  </a:lnTo>
                  <a:lnTo>
                    <a:pt x="11429" y="19811"/>
                  </a:lnTo>
                  <a:lnTo>
                    <a:pt x="10667" y="20573"/>
                  </a:lnTo>
                  <a:lnTo>
                    <a:pt x="8381" y="21335"/>
                  </a:lnTo>
                  <a:lnTo>
                    <a:pt x="3047" y="21335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0" name="object 2070" descr=""/>
            <p:cNvSpPr/>
            <p:nvPr/>
          </p:nvSpPr>
          <p:spPr>
            <a:xfrm>
              <a:off x="3794451" y="3740212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1" name="object 2071" descr=""/>
            <p:cNvSpPr/>
            <p:nvPr/>
          </p:nvSpPr>
          <p:spPr>
            <a:xfrm>
              <a:off x="3789880" y="372878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5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3919" y="3238"/>
                  </a:lnTo>
                  <a:lnTo>
                    <a:pt x="14033" y="8978"/>
                  </a:lnTo>
                  <a:lnTo>
                    <a:pt x="7620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2" name="object 2072" descr=""/>
            <p:cNvSpPr/>
            <p:nvPr/>
          </p:nvSpPr>
          <p:spPr>
            <a:xfrm>
              <a:off x="3820360" y="3736402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70">
                  <a:moveTo>
                    <a:pt x="0" y="0"/>
                  </a:move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3" name="object 2073" descr=""/>
            <p:cNvSpPr/>
            <p:nvPr/>
          </p:nvSpPr>
          <p:spPr>
            <a:xfrm>
              <a:off x="3810454" y="3728020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4572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4" name="object 2074" descr=""/>
            <p:cNvSpPr/>
            <p:nvPr/>
          </p:nvSpPr>
          <p:spPr>
            <a:xfrm>
              <a:off x="3830266" y="372878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11429" y="0"/>
                  </a:moveTo>
                  <a:lnTo>
                    <a:pt x="1523" y="0"/>
                  </a:lnTo>
                  <a:lnTo>
                    <a:pt x="0" y="10667"/>
                  </a:lnTo>
                  <a:lnTo>
                    <a:pt x="1523" y="9143"/>
                  </a:lnTo>
                  <a:lnTo>
                    <a:pt x="3047" y="8381"/>
                  </a:lnTo>
                  <a:lnTo>
                    <a:pt x="8381" y="8381"/>
                  </a:lnTo>
                  <a:lnTo>
                    <a:pt x="10667" y="9143"/>
                  </a:lnTo>
                  <a:lnTo>
                    <a:pt x="11429" y="10667"/>
                  </a:lnTo>
                  <a:lnTo>
                    <a:pt x="12953" y="12191"/>
                  </a:lnTo>
                  <a:lnTo>
                    <a:pt x="12953" y="17525"/>
                  </a:lnTo>
                  <a:lnTo>
                    <a:pt x="11429" y="19811"/>
                  </a:lnTo>
                  <a:lnTo>
                    <a:pt x="10667" y="20573"/>
                  </a:lnTo>
                  <a:lnTo>
                    <a:pt x="8381" y="21335"/>
                  </a:lnTo>
                  <a:lnTo>
                    <a:pt x="3047" y="21335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5" name="object 2075" descr=""/>
            <p:cNvSpPr/>
            <p:nvPr/>
          </p:nvSpPr>
          <p:spPr>
            <a:xfrm>
              <a:off x="2659072" y="256749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12954" y="19812"/>
                  </a:moveTo>
                  <a:lnTo>
                    <a:pt x="12192" y="20574"/>
                  </a:lnTo>
                  <a:lnTo>
                    <a:pt x="9144" y="21336"/>
                  </a:lnTo>
                  <a:lnTo>
                    <a:pt x="6858" y="21336"/>
                  </a:lnTo>
                  <a:lnTo>
                    <a:pt x="3810" y="20574"/>
                  </a:lnTo>
                  <a:lnTo>
                    <a:pt x="2286" y="18288"/>
                  </a:lnTo>
                  <a:lnTo>
                    <a:pt x="762" y="16764"/>
                  </a:lnTo>
                  <a:lnTo>
                    <a:pt x="0" y="12192"/>
                  </a:lnTo>
                  <a:lnTo>
                    <a:pt x="0" y="9144"/>
                  </a:lnTo>
                  <a:lnTo>
                    <a:pt x="762" y="5334"/>
                  </a:lnTo>
                  <a:lnTo>
                    <a:pt x="2286" y="3048"/>
                  </a:lnTo>
                  <a:lnTo>
                    <a:pt x="3810" y="1524"/>
                  </a:lnTo>
                  <a:lnTo>
                    <a:pt x="6858" y="0"/>
                  </a:lnTo>
                  <a:lnTo>
                    <a:pt x="9144" y="0"/>
                  </a:lnTo>
                  <a:lnTo>
                    <a:pt x="12192" y="1524"/>
                  </a:lnTo>
                  <a:lnTo>
                    <a:pt x="12954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6" name="object 2076" descr=""/>
            <p:cNvSpPr/>
            <p:nvPr/>
          </p:nvSpPr>
          <p:spPr>
            <a:xfrm>
              <a:off x="2679645" y="256749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2954" y="4572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7" name="object 2077" descr=""/>
            <p:cNvSpPr/>
            <p:nvPr/>
          </p:nvSpPr>
          <p:spPr>
            <a:xfrm>
              <a:off x="1762198" y="3782884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7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8" name="object 2078" descr=""/>
            <p:cNvSpPr/>
            <p:nvPr/>
          </p:nvSpPr>
          <p:spPr>
            <a:xfrm>
              <a:off x="1756864" y="377221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9" name="object 2079" descr=""/>
            <p:cNvSpPr/>
            <p:nvPr/>
          </p:nvSpPr>
          <p:spPr>
            <a:xfrm>
              <a:off x="1777438" y="377221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2286" y="21336"/>
                  </a:moveTo>
                  <a:lnTo>
                    <a:pt x="6096" y="21336"/>
                  </a:lnTo>
                  <a:lnTo>
                    <a:pt x="8382" y="20574"/>
                  </a:lnTo>
                  <a:lnTo>
                    <a:pt x="9144" y="19050"/>
                  </a:lnTo>
                  <a:lnTo>
                    <a:pt x="11430" y="16002"/>
                  </a:lnTo>
                  <a:lnTo>
                    <a:pt x="12192" y="12192"/>
                  </a:lnTo>
                  <a:lnTo>
                    <a:pt x="12192" y="3810"/>
                  </a:lnTo>
                  <a:lnTo>
                    <a:pt x="11430" y="1524"/>
                  </a:lnTo>
                  <a:lnTo>
                    <a:pt x="8382" y="0"/>
                  </a:lnTo>
                  <a:lnTo>
                    <a:pt x="3810" y="0"/>
                  </a:lnTo>
                  <a:lnTo>
                    <a:pt x="762" y="1524"/>
                  </a:lnTo>
                  <a:lnTo>
                    <a:pt x="0" y="3810"/>
                  </a:lnTo>
                  <a:lnTo>
                    <a:pt x="0" y="9144"/>
                  </a:lnTo>
                  <a:lnTo>
                    <a:pt x="12192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0" name="object 2080" descr=""/>
            <p:cNvSpPr/>
            <p:nvPr/>
          </p:nvSpPr>
          <p:spPr>
            <a:xfrm>
              <a:off x="423878" y="2525584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4" h="20319">
                  <a:moveTo>
                    <a:pt x="13201" y="18287"/>
                  </a:moveTo>
                  <a:lnTo>
                    <a:pt x="12439" y="19811"/>
                  </a:lnTo>
                  <a:lnTo>
                    <a:pt x="3109" y="18777"/>
                  </a:lnTo>
                  <a:lnTo>
                    <a:pt x="0" y="9905"/>
                  </a:lnTo>
                  <a:lnTo>
                    <a:pt x="3109" y="1034"/>
                  </a:lnTo>
                  <a:lnTo>
                    <a:pt x="12439" y="0"/>
                  </a:lnTo>
                  <a:lnTo>
                    <a:pt x="13201" y="76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1" name="object 2081" descr=""/>
            <p:cNvSpPr/>
            <p:nvPr/>
          </p:nvSpPr>
          <p:spPr>
            <a:xfrm>
              <a:off x="445462" y="252482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2285" y="21336"/>
                  </a:moveTo>
                  <a:lnTo>
                    <a:pt x="6095" y="21336"/>
                  </a:lnTo>
                  <a:lnTo>
                    <a:pt x="8381" y="20574"/>
                  </a:lnTo>
                  <a:lnTo>
                    <a:pt x="9143" y="19050"/>
                  </a:lnTo>
                  <a:lnTo>
                    <a:pt x="11429" y="16002"/>
                  </a:lnTo>
                  <a:lnTo>
                    <a:pt x="12191" y="12192"/>
                  </a:lnTo>
                  <a:lnTo>
                    <a:pt x="12191" y="3810"/>
                  </a:lnTo>
                  <a:lnTo>
                    <a:pt x="11429" y="1524"/>
                  </a:lnTo>
                  <a:lnTo>
                    <a:pt x="8381" y="0"/>
                  </a:lnTo>
                  <a:lnTo>
                    <a:pt x="3809" y="0"/>
                  </a:lnTo>
                  <a:lnTo>
                    <a:pt x="761" y="1524"/>
                  </a:lnTo>
                  <a:lnTo>
                    <a:pt x="0" y="3810"/>
                  </a:lnTo>
                  <a:lnTo>
                    <a:pt x="0" y="9144"/>
                  </a:lnTo>
                  <a:lnTo>
                    <a:pt x="12191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2" name="object 2082" descr=""/>
            <p:cNvSpPr/>
            <p:nvPr/>
          </p:nvSpPr>
          <p:spPr>
            <a:xfrm>
              <a:off x="777694" y="366477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6764"/>
                  </a:lnTo>
                  <a:lnTo>
                    <a:pt x="1524" y="19050"/>
                  </a:lnTo>
                  <a:lnTo>
                    <a:pt x="2286" y="19812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19812"/>
                  </a:lnTo>
                  <a:lnTo>
                    <a:pt x="11430" y="19050"/>
                  </a:lnTo>
                  <a:lnTo>
                    <a:pt x="12192" y="16764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3" name="object 2083" descr=""/>
            <p:cNvSpPr/>
            <p:nvPr/>
          </p:nvSpPr>
          <p:spPr>
            <a:xfrm>
              <a:off x="798268" y="366477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0"/>
                  </a:moveTo>
                  <a:lnTo>
                    <a:pt x="13716" y="0"/>
                  </a:lnTo>
                  <a:lnTo>
                    <a:pt x="6096" y="7620"/>
                  </a:lnTo>
                  <a:lnTo>
                    <a:pt x="9144" y="7620"/>
                  </a:lnTo>
                  <a:lnTo>
                    <a:pt x="11430" y="9144"/>
                  </a:lnTo>
                  <a:lnTo>
                    <a:pt x="12192" y="9905"/>
                  </a:lnTo>
                  <a:lnTo>
                    <a:pt x="13716" y="12191"/>
                  </a:lnTo>
                  <a:lnTo>
                    <a:pt x="13716" y="16764"/>
                  </a:lnTo>
                  <a:lnTo>
                    <a:pt x="12192" y="19050"/>
                  </a:lnTo>
                  <a:lnTo>
                    <a:pt x="11430" y="19812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19812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4" name="object 2084" descr=""/>
            <p:cNvSpPr/>
            <p:nvPr/>
          </p:nvSpPr>
          <p:spPr>
            <a:xfrm>
              <a:off x="819751" y="3665536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69" h="20954">
                  <a:moveTo>
                    <a:pt x="13568" y="18287"/>
                  </a:moveTo>
                  <a:lnTo>
                    <a:pt x="8996" y="20573"/>
                  </a:lnTo>
                  <a:lnTo>
                    <a:pt x="1691" y="16441"/>
                  </a:lnTo>
                  <a:lnTo>
                    <a:pt x="0" y="8029"/>
                  </a:lnTo>
                  <a:lnTo>
                    <a:pt x="3568" y="746"/>
                  </a:lnTo>
                  <a:lnTo>
                    <a:pt x="12044" y="0"/>
                  </a:lnTo>
                  <a:lnTo>
                    <a:pt x="13568" y="76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5" name="object 2085" descr=""/>
            <p:cNvSpPr/>
            <p:nvPr/>
          </p:nvSpPr>
          <p:spPr>
            <a:xfrm>
              <a:off x="1487877" y="37074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5"/>
                  </a:lnTo>
                  <a:lnTo>
                    <a:pt x="762" y="19811"/>
                  </a:lnTo>
                  <a:lnTo>
                    <a:pt x="1524" y="20573"/>
                  </a:lnTo>
                  <a:lnTo>
                    <a:pt x="3810" y="21335"/>
                  </a:lnTo>
                  <a:lnTo>
                    <a:pt x="7620" y="21335"/>
                  </a:lnTo>
                  <a:lnTo>
                    <a:pt x="9906" y="20573"/>
                  </a:lnTo>
                  <a:lnTo>
                    <a:pt x="10668" y="19811"/>
                  </a:lnTo>
                  <a:lnTo>
                    <a:pt x="12192" y="17525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6" name="object 2086" descr=""/>
            <p:cNvSpPr/>
            <p:nvPr/>
          </p:nvSpPr>
          <p:spPr>
            <a:xfrm>
              <a:off x="1507690" y="3707446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0" y="0"/>
                  </a:moveTo>
                  <a:lnTo>
                    <a:pt x="13716" y="0"/>
                  </a:lnTo>
                  <a:lnTo>
                    <a:pt x="6858" y="8381"/>
                  </a:lnTo>
                  <a:lnTo>
                    <a:pt x="9906" y="8381"/>
                  </a:lnTo>
                  <a:lnTo>
                    <a:pt x="12954" y="9905"/>
                  </a:lnTo>
                  <a:lnTo>
                    <a:pt x="13716" y="12191"/>
                  </a:lnTo>
                  <a:lnTo>
                    <a:pt x="13716" y="17525"/>
                  </a:lnTo>
                  <a:lnTo>
                    <a:pt x="12954" y="19811"/>
                  </a:lnTo>
                  <a:lnTo>
                    <a:pt x="9906" y="21335"/>
                  </a:lnTo>
                  <a:lnTo>
                    <a:pt x="3810" y="21335"/>
                  </a:lnTo>
                  <a:lnTo>
                    <a:pt x="1524" y="20573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7" name="object 2087" descr=""/>
            <p:cNvSpPr/>
            <p:nvPr/>
          </p:nvSpPr>
          <p:spPr>
            <a:xfrm>
              <a:off x="1530549" y="370744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8381" y="761"/>
                  </a:lnTo>
                  <a:lnTo>
                    <a:pt x="11429" y="5333"/>
                  </a:lnTo>
                  <a:lnTo>
                    <a:pt x="12191" y="9143"/>
                  </a:lnTo>
                  <a:lnTo>
                    <a:pt x="12192" y="12191"/>
                  </a:lnTo>
                  <a:lnTo>
                    <a:pt x="11430" y="16001"/>
                  </a:lnTo>
                  <a:lnTo>
                    <a:pt x="8382" y="20573"/>
                  </a:lnTo>
                  <a:lnTo>
                    <a:pt x="5334" y="21335"/>
                  </a:lnTo>
                  <a:lnTo>
                    <a:pt x="0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8" name="object 2088" descr=""/>
            <p:cNvSpPr/>
            <p:nvPr/>
          </p:nvSpPr>
          <p:spPr>
            <a:xfrm>
              <a:off x="4734760" y="61067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0"/>
                  </a:moveTo>
                  <a:lnTo>
                    <a:pt x="0" y="17526"/>
                  </a:lnTo>
                  <a:lnTo>
                    <a:pt x="762" y="19812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1430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9" name="object 2089" descr=""/>
            <p:cNvSpPr/>
            <p:nvPr/>
          </p:nvSpPr>
          <p:spPr>
            <a:xfrm>
              <a:off x="4756095" y="63201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0" name="object 2090" descr=""/>
            <p:cNvSpPr/>
            <p:nvPr/>
          </p:nvSpPr>
          <p:spPr>
            <a:xfrm>
              <a:off x="4756095" y="610678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90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1" name="object 2091" descr=""/>
            <p:cNvSpPr/>
            <p:nvPr/>
          </p:nvSpPr>
          <p:spPr>
            <a:xfrm>
              <a:off x="4778194" y="61067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90">
                  <a:moveTo>
                    <a:pt x="0" y="21336"/>
                  </a:moveTo>
                  <a:lnTo>
                    <a:pt x="0" y="0"/>
                  </a:lnTo>
                  <a:lnTo>
                    <a:pt x="4571" y="0"/>
                  </a:lnTo>
                  <a:lnTo>
                    <a:pt x="7619" y="762"/>
                  </a:lnTo>
                  <a:lnTo>
                    <a:pt x="9905" y="3048"/>
                  </a:lnTo>
                  <a:lnTo>
                    <a:pt x="10667" y="5334"/>
                  </a:lnTo>
                  <a:lnTo>
                    <a:pt x="12191" y="9144"/>
                  </a:lnTo>
                  <a:lnTo>
                    <a:pt x="4572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2" name="object 2092" descr=""/>
            <p:cNvSpPr/>
            <p:nvPr/>
          </p:nvSpPr>
          <p:spPr>
            <a:xfrm>
              <a:off x="4682181" y="1233994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12953" y="19812"/>
                  </a:moveTo>
                  <a:lnTo>
                    <a:pt x="12191" y="20574"/>
                  </a:lnTo>
                  <a:lnTo>
                    <a:pt x="9143" y="22098"/>
                  </a:lnTo>
                  <a:lnTo>
                    <a:pt x="6857" y="22098"/>
                  </a:lnTo>
                  <a:lnTo>
                    <a:pt x="3809" y="20574"/>
                  </a:lnTo>
                  <a:lnTo>
                    <a:pt x="1523" y="19050"/>
                  </a:lnTo>
                  <a:lnTo>
                    <a:pt x="761" y="16764"/>
                  </a:lnTo>
                  <a:lnTo>
                    <a:pt x="0" y="12954"/>
                  </a:lnTo>
                  <a:lnTo>
                    <a:pt x="0" y="9906"/>
                  </a:lnTo>
                  <a:lnTo>
                    <a:pt x="761" y="5334"/>
                  </a:lnTo>
                  <a:lnTo>
                    <a:pt x="1523" y="3048"/>
                  </a:lnTo>
                  <a:lnTo>
                    <a:pt x="3809" y="1524"/>
                  </a:lnTo>
                  <a:lnTo>
                    <a:pt x="6857" y="0"/>
                  </a:lnTo>
                  <a:lnTo>
                    <a:pt x="9143" y="0"/>
                  </a:lnTo>
                  <a:lnTo>
                    <a:pt x="12191" y="1524"/>
                  </a:lnTo>
                  <a:lnTo>
                    <a:pt x="12953" y="228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3" name="object 2093" descr=""/>
            <p:cNvSpPr/>
            <p:nvPr/>
          </p:nvSpPr>
          <p:spPr>
            <a:xfrm>
              <a:off x="4713424" y="1241614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4" name="object 2094" descr=""/>
            <p:cNvSpPr/>
            <p:nvPr/>
          </p:nvSpPr>
          <p:spPr>
            <a:xfrm>
              <a:off x="4703518" y="1233232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40">
                  <a:moveTo>
                    <a:pt x="5334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5" name="object 2095" descr=""/>
            <p:cNvSpPr/>
            <p:nvPr/>
          </p:nvSpPr>
          <p:spPr>
            <a:xfrm>
              <a:off x="848560" y="526726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4" h="10160">
                  <a:moveTo>
                    <a:pt x="6858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6" name="object 2096" descr=""/>
            <p:cNvSpPr/>
            <p:nvPr/>
          </p:nvSpPr>
          <p:spPr>
            <a:xfrm>
              <a:off x="843226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7" name="object 2097" descr=""/>
            <p:cNvSpPr/>
            <p:nvPr/>
          </p:nvSpPr>
          <p:spPr>
            <a:xfrm>
              <a:off x="863799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1430" y="0"/>
                  </a:moveTo>
                  <a:lnTo>
                    <a:pt x="762" y="0"/>
                  </a:lnTo>
                  <a:lnTo>
                    <a:pt x="0" y="9906"/>
                  </a:lnTo>
                  <a:lnTo>
                    <a:pt x="762" y="9144"/>
                  </a:lnTo>
                  <a:lnTo>
                    <a:pt x="3048" y="8382"/>
                  </a:lnTo>
                  <a:lnTo>
                    <a:pt x="8382" y="8382"/>
                  </a:lnTo>
                  <a:lnTo>
                    <a:pt x="10668" y="9144"/>
                  </a:lnTo>
                  <a:lnTo>
                    <a:pt x="11430" y="9906"/>
                  </a:lnTo>
                  <a:lnTo>
                    <a:pt x="12192" y="12192"/>
                  </a:lnTo>
                  <a:lnTo>
                    <a:pt x="12192" y="17526"/>
                  </a:lnTo>
                  <a:lnTo>
                    <a:pt x="11430" y="19812"/>
                  </a:lnTo>
                  <a:lnTo>
                    <a:pt x="10668" y="20574"/>
                  </a:lnTo>
                  <a:lnTo>
                    <a:pt x="8382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8" name="object 2098" descr=""/>
            <p:cNvSpPr/>
            <p:nvPr/>
          </p:nvSpPr>
          <p:spPr>
            <a:xfrm>
              <a:off x="884374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5334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9906" y="2285"/>
                  </a:lnTo>
                  <a:lnTo>
                    <a:pt x="11430" y="3809"/>
                  </a:lnTo>
                  <a:lnTo>
                    <a:pt x="12192" y="8382"/>
                  </a:lnTo>
                  <a:lnTo>
                    <a:pt x="12192" y="12954"/>
                  </a:lnTo>
                  <a:lnTo>
                    <a:pt x="11430" y="17526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5334" y="21336"/>
                  </a:lnTo>
                  <a:lnTo>
                    <a:pt x="3048" y="20574"/>
                  </a:lnTo>
                  <a:lnTo>
                    <a:pt x="2286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9" name="object 2099" descr=""/>
            <p:cNvSpPr/>
            <p:nvPr/>
          </p:nvSpPr>
          <p:spPr>
            <a:xfrm>
              <a:off x="1053538" y="5503480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5">
                  <a:moveTo>
                    <a:pt x="7619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0" name="object 2100" descr=""/>
            <p:cNvSpPr/>
            <p:nvPr/>
          </p:nvSpPr>
          <p:spPr>
            <a:xfrm>
              <a:off x="1048966" y="549205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7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1523"/>
                  </a:lnTo>
                  <a:lnTo>
                    <a:pt x="10667" y="2285"/>
                  </a:lnTo>
                  <a:lnTo>
                    <a:pt x="12191" y="4571"/>
                  </a:lnTo>
                  <a:lnTo>
                    <a:pt x="12191" y="7619"/>
                  </a:lnTo>
                  <a:lnTo>
                    <a:pt x="10667" y="9905"/>
                  </a:lnTo>
                  <a:lnTo>
                    <a:pt x="9906" y="10667"/>
                  </a:lnTo>
                  <a:lnTo>
                    <a:pt x="7620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1" name="object 2101" descr=""/>
            <p:cNvSpPr/>
            <p:nvPr/>
          </p:nvSpPr>
          <p:spPr>
            <a:xfrm>
              <a:off x="1068016" y="5492050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0" y="0"/>
                  </a:moveTo>
                  <a:lnTo>
                    <a:pt x="13716" y="0"/>
                  </a:lnTo>
                  <a:lnTo>
                    <a:pt x="6096" y="8381"/>
                  </a:lnTo>
                  <a:lnTo>
                    <a:pt x="9144" y="8381"/>
                  </a:lnTo>
                  <a:lnTo>
                    <a:pt x="11430" y="9905"/>
                  </a:lnTo>
                  <a:lnTo>
                    <a:pt x="12192" y="10667"/>
                  </a:lnTo>
                  <a:lnTo>
                    <a:pt x="13716" y="12953"/>
                  </a:lnTo>
                  <a:lnTo>
                    <a:pt x="13716" y="17525"/>
                  </a:lnTo>
                  <a:lnTo>
                    <a:pt x="12192" y="19811"/>
                  </a:lnTo>
                  <a:lnTo>
                    <a:pt x="11430" y="20573"/>
                  </a:lnTo>
                  <a:lnTo>
                    <a:pt x="9144" y="22097"/>
                  </a:lnTo>
                  <a:lnTo>
                    <a:pt x="3048" y="22097"/>
                  </a:lnTo>
                  <a:lnTo>
                    <a:pt x="762" y="20573"/>
                  </a:lnTo>
                  <a:lnTo>
                    <a:pt x="0" y="1981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2" name="object 2102" descr=""/>
            <p:cNvSpPr/>
            <p:nvPr/>
          </p:nvSpPr>
          <p:spPr>
            <a:xfrm>
              <a:off x="1440634" y="5589586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5">
                  <a:moveTo>
                    <a:pt x="7619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3" name="object 2103" descr=""/>
            <p:cNvSpPr/>
            <p:nvPr/>
          </p:nvSpPr>
          <p:spPr>
            <a:xfrm>
              <a:off x="1436062" y="557815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22098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3931" y="3251"/>
                  </a:lnTo>
                  <a:lnTo>
                    <a:pt x="14033" y="897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4" name="object 2104" descr=""/>
            <p:cNvSpPr/>
            <p:nvPr/>
          </p:nvSpPr>
          <p:spPr>
            <a:xfrm>
              <a:off x="1455112" y="5578156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762" y="2286"/>
                  </a:moveTo>
                  <a:lnTo>
                    <a:pt x="2286" y="1524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5" name="object 2105" descr=""/>
            <p:cNvSpPr/>
            <p:nvPr/>
          </p:nvSpPr>
          <p:spPr>
            <a:xfrm>
              <a:off x="1475685" y="5578156"/>
              <a:ext cx="14604" cy="22225"/>
            </a:xfrm>
            <a:custGeom>
              <a:avLst/>
              <a:gdLst/>
              <a:ahLst/>
              <a:cxnLst/>
              <a:rect l="l" t="t" r="r" b="b"/>
              <a:pathLst>
                <a:path w="14605" h="22225">
                  <a:moveTo>
                    <a:pt x="0" y="0"/>
                  </a:moveTo>
                  <a:lnTo>
                    <a:pt x="14478" y="0"/>
                  </a:lnTo>
                  <a:lnTo>
                    <a:pt x="5334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6" name="object 2106" descr=""/>
            <p:cNvSpPr/>
            <p:nvPr/>
          </p:nvSpPr>
          <p:spPr>
            <a:xfrm>
              <a:off x="1231084" y="523449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762" y="19050"/>
                  </a:lnTo>
                  <a:lnTo>
                    <a:pt x="2286" y="20574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9906" y="20574"/>
                  </a:lnTo>
                  <a:lnTo>
                    <a:pt x="11430" y="19050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7" name="object 2107" descr=""/>
            <p:cNvSpPr/>
            <p:nvPr/>
          </p:nvSpPr>
          <p:spPr>
            <a:xfrm>
              <a:off x="1252420" y="525583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8" name="object 2108" descr=""/>
            <p:cNvSpPr/>
            <p:nvPr/>
          </p:nvSpPr>
          <p:spPr>
            <a:xfrm>
              <a:off x="1252420" y="523449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9" name="object 2109" descr=""/>
            <p:cNvSpPr/>
            <p:nvPr/>
          </p:nvSpPr>
          <p:spPr>
            <a:xfrm>
              <a:off x="1272994" y="5249734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59" h="0">
                  <a:moveTo>
                    <a:pt x="0" y="0"/>
                  </a:moveTo>
                  <a:lnTo>
                    <a:pt x="9906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0" name="object 2110" descr=""/>
            <p:cNvSpPr/>
            <p:nvPr/>
          </p:nvSpPr>
          <p:spPr>
            <a:xfrm>
              <a:off x="1270708" y="523449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6"/>
                  </a:moveTo>
                  <a:lnTo>
                    <a:pt x="7619" y="0"/>
                  </a:lnTo>
                  <a:lnTo>
                    <a:pt x="14478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1" name="object 2111" descr=""/>
            <p:cNvSpPr/>
            <p:nvPr/>
          </p:nvSpPr>
          <p:spPr>
            <a:xfrm>
              <a:off x="3635194" y="4836730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8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2" name="object 2112" descr=""/>
            <p:cNvSpPr/>
            <p:nvPr/>
          </p:nvSpPr>
          <p:spPr>
            <a:xfrm>
              <a:off x="3629860" y="4826062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3"/>
                  </a:lnTo>
                  <a:lnTo>
                    <a:pt x="12191" y="3809"/>
                  </a:lnTo>
                  <a:lnTo>
                    <a:pt x="12191" y="6857"/>
                  </a:lnTo>
                  <a:lnTo>
                    <a:pt x="11429" y="9143"/>
                  </a:lnTo>
                  <a:lnTo>
                    <a:pt x="8382" y="10667"/>
                  </a:lnTo>
                  <a:lnTo>
                    <a:pt x="0" y="1066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3" name="object 2113" descr=""/>
            <p:cNvSpPr/>
            <p:nvPr/>
          </p:nvSpPr>
          <p:spPr>
            <a:xfrm>
              <a:off x="3648148" y="4826062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7620" y="21335"/>
                  </a:lnTo>
                  <a:lnTo>
                    <a:pt x="1447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4" name="object 2114" descr=""/>
            <p:cNvSpPr/>
            <p:nvPr/>
          </p:nvSpPr>
          <p:spPr>
            <a:xfrm>
              <a:off x="3667960" y="4826062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0"/>
                  </a:moveTo>
                  <a:lnTo>
                    <a:pt x="12954" y="0"/>
                  </a:lnTo>
                  <a:lnTo>
                    <a:pt x="6096" y="7619"/>
                  </a:lnTo>
                  <a:lnTo>
                    <a:pt x="9144" y="7619"/>
                  </a:lnTo>
                  <a:lnTo>
                    <a:pt x="11430" y="9143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6763"/>
                  </a:lnTo>
                  <a:lnTo>
                    <a:pt x="12192" y="19049"/>
                  </a:lnTo>
                  <a:lnTo>
                    <a:pt x="11430" y="19811"/>
                  </a:lnTo>
                  <a:lnTo>
                    <a:pt x="9144" y="21335"/>
                  </a:lnTo>
                  <a:lnTo>
                    <a:pt x="3048" y="21335"/>
                  </a:lnTo>
                  <a:lnTo>
                    <a:pt x="762" y="19811"/>
                  </a:lnTo>
                  <a:lnTo>
                    <a:pt x="0" y="1904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5" name="object 2115" descr=""/>
            <p:cNvSpPr/>
            <p:nvPr/>
          </p:nvSpPr>
          <p:spPr>
            <a:xfrm>
              <a:off x="3688533" y="4826062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0"/>
                  </a:moveTo>
                  <a:lnTo>
                    <a:pt x="13716" y="0"/>
                  </a:lnTo>
                  <a:lnTo>
                    <a:pt x="4572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6" name="object 2116" descr=""/>
            <p:cNvSpPr/>
            <p:nvPr/>
          </p:nvSpPr>
          <p:spPr>
            <a:xfrm>
              <a:off x="3472125" y="5524816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858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7" name="object 2117" descr=""/>
            <p:cNvSpPr/>
            <p:nvPr/>
          </p:nvSpPr>
          <p:spPr>
            <a:xfrm>
              <a:off x="3466792" y="551414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8" name="object 2118" descr=""/>
            <p:cNvSpPr/>
            <p:nvPr/>
          </p:nvSpPr>
          <p:spPr>
            <a:xfrm>
              <a:off x="3486604" y="5514148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0"/>
                  </a:moveTo>
                  <a:lnTo>
                    <a:pt x="12954" y="0"/>
                  </a:lnTo>
                  <a:lnTo>
                    <a:pt x="6096" y="7620"/>
                  </a:lnTo>
                  <a:lnTo>
                    <a:pt x="9144" y="7620"/>
                  </a:lnTo>
                  <a:lnTo>
                    <a:pt x="11430" y="9144"/>
                  </a:lnTo>
                  <a:lnTo>
                    <a:pt x="12192" y="9906"/>
                  </a:lnTo>
                  <a:lnTo>
                    <a:pt x="12954" y="12192"/>
                  </a:lnTo>
                  <a:lnTo>
                    <a:pt x="12954" y="16764"/>
                  </a:lnTo>
                  <a:lnTo>
                    <a:pt x="12192" y="19050"/>
                  </a:lnTo>
                  <a:lnTo>
                    <a:pt x="11430" y="20574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9" name="object 2119" descr=""/>
            <p:cNvSpPr/>
            <p:nvPr/>
          </p:nvSpPr>
          <p:spPr>
            <a:xfrm>
              <a:off x="3507177" y="5514148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762" y="1524"/>
                  </a:moveTo>
                  <a:lnTo>
                    <a:pt x="1524" y="762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1524"/>
                  </a:lnTo>
                  <a:lnTo>
                    <a:pt x="12954" y="3810"/>
                  </a:lnTo>
                  <a:lnTo>
                    <a:pt x="12954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295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0" name="object 2120" descr=""/>
            <p:cNvSpPr/>
            <p:nvPr/>
          </p:nvSpPr>
          <p:spPr>
            <a:xfrm>
              <a:off x="3472125" y="526726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1" name="object 2121" descr=""/>
            <p:cNvSpPr/>
            <p:nvPr/>
          </p:nvSpPr>
          <p:spPr>
            <a:xfrm>
              <a:off x="3466792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1"/>
                  </a:lnTo>
                  <a:lnTo>
                    <a:pt x="12191" y="3809"/>
                  </a:lnTo>
                  <a:lnTo>
                    <a:pt x="12191" y="6857"/>
                  </a:lnTo>
                  <a:lnTo>
                    <a:pt x="11429" y="9143"/>
                  </a:lnTo>
                  <a:lnTo>
                    <a:pt x="10668" y="9905"/>
                  </a:lnTo>
                  <a:lnTo>
                    <a:pt x="8382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2" name="object 2122" descr=""/>
            <p:cNvSpPr/>
            <p:nvPr/>
          </p:nvSpPr>
          <p:spPr>
            <a:xfrm>
              <a:off x="3498033" y="526268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3" name="object 2123" descr=""/>
            <p:cNvSpPr/>
            <p:nvPr/>
          </p:nvSpPr>
          <p:spPr>
            <a:xfrm>
              <a:off x="3487366" y="5255068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39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4" name="object 2124" descr=""/>
            <p:cNvSpPr/>
            <p:nvPr/>
          </p:nvSpPr>
          <p:spPr>
            <a:xfrm>
              <a:off x="3507939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0667" y="0"/>
                  </a:moveTo>
                  <a:lnTo>
                    <a:pt x="6095" y="0"/>
                  </a:lnTo>
                  <a:lnTo>
                    <a:pt x="3809" y="762"/>
                  </a:lnTo>
                  <a:lnTo>
                    <a:pt x="3047" y="2286"/>
                  </a:lnTo>
                  <a:lnTo>
                    <a:pt x="761" y="5334"/>
                  </a:lnTo>
                  <a:lnTo>
                    <a:pt x="0" y="9144"/>
                  </a:lnTo>
                  <a:lnTo>
                    <a:pt x="0" y="17526"/>
                  </a:lnTo>
                  <a:lnTo>
                    <a:pt x="761" y="19812"/>
                  </a:lnTo>
                  <a:lnTo>
                    <a:pt x="3809" y="21336"/>
                  </a:lnTo>
                  <a:lnTo>
                    <a:pt x="8381" y="21336"/>
                  </a:lnTo>
                  <a:lnTo>
                    <a:pt x="10667" y="20574"/>
                  </a:lnTo>
                  <a:lnTo>
                    <a:pt x="11429" y="19812"/>
                  </a:lnTo>
                  <a:lnTo>
                    <a:pt x="12191" y="17526"/>
                  </a:lnTo>
                  <a:lnTo>
                    <a:pt x="12191" y="12192"/>
                  </a:lnTo>
                  <a:lnTo>
                    <a:pt x="0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5" name="object 2125" descr=""/>
            <p:cNvSpPr/>
            <p:nvPr/>
          </p:nvSpPr>
          <p:spPr>
            <a:xfrm>
              <a:off x="3407356" y="3998530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6" name="object 2126" descr=""/>
            <p:cNvSpPr/>
            <p:nvPr/>
          </p:nvSpPr>
          <p:spPr>
            <a:xfrm>
              <a:off x="3402783" y="398710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4033" y="2451"/>
                  </a:lnTo>
                  <a:lnTo>
                    <a:pt x="13931" y="817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7" name="object 2127" descr=""/>
            <p:cNvSpPr/>
            <p:nvPr/>
          </p:nvSpPr>
          <p:spPr>
            <a:xfrm>
              <a:off x="3433263" y="399395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8" name="object 2128" descr=""/>
            <p:cNvSpPr/>
            <p:nvPr/>
          </p:nvSpPr>
          <p:spPr>
            <a:xfrm>
              <a:off x="3423357" y="3986338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4572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9" name="object 2129" descr=""/>
            <p:cNvSpPr/>
            <p:nvPr/>
          </p:nvSpPr>
          <p:spPr>
            <a:xfrm>
              <a:off x="3442407" y="3987100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0"/>
                  </a:moveTo>
                  <a:lnTo>
                    <a:pt x="14478" y="0"/>
                  </a:lnTo>
                  <a:lnTo>
                    <a:pt x="5334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0" name="object 2130" descr=""/>
            <p:cNvSpPr/>
            <p:nvPr/>
          </p:nvSpPr>
          <p:spPr>
            <a:xfrm>
              <a:off x="1440634" y="4278184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19" h="10160">
                  <a:moveTo>
                    <a:pt x="7619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1" name="object 2131" descr=""/>
            <p:cNvSpPr/>
            <p:nvPr/>
          </p:nvSpPr>
          <p:spPr>
            <a:xfrm>
              <a:off x="1436062" y="426675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1"/>
                  </a:lnTo>
                  <a:lnTo>
                    <a:pt x="10667" y="1523"/>
                  </a:lnTo>
                  <a:lnTo>
                    <a:pt x="12191" y="3809"/>
                  </a:lnTo>
                  <a:lnTo>
                    <a:pt x="12191" y="6857"/>
                  </a:lnTo>
                  <a:lnTo>
                    <a:pt x="10667" y="9143"/>
                  </a:lnTo>
                  <a:lnTo>
                    <a:pt x="9906" y="9905"/>
                  </a:lnTo>
                  <a:lnTo>
                    <a:pt x="7620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2" name="object 2132" descr=""/>
            <p:cNvSpPr/>
            <p:nvPr/>
          </p:nvSpPr>
          <p:spPr>
            <a:xfrm>
              <a:off x="1455112" y="426675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762" y="1523"/>
                  </a:moveTo>
                  <a:lnTo>
                    <a:pt x="3810" y="0"/>
                  </a:lnTo>
                  <a:lnTo>
                    <a:pt x="9144" y="0"/>
                  </a:lnTo>
                  <a:lnTo>
                    <a:pt x="11430" y="761"/>
                  </a:lnTo>
                  <a:lnTo>
                    <a:pt x="12192" y="1523"/>
                  </a:lnTo>
                  <a:lnTo>
                    <a:pt x="13716" y="3809"/>
                  </a:lnTo>
                  <a:lnTo>
                    <a:pt x="13716" y="6095"/>
                  </a:lnTo>
                  <a:lnTo>
                    <a:pt x="12192" y="9143"/>
                  </a:lnTo>
                  <a:lnTo>
                    <a:pt x="0" y="21335"/>
                  </a:lnTo>
                  <a:lnTo>
                    <a:pt x="13716" y="2133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3" name="object 2133" descr=""/>
            <p:cNvSpPr/>
            <p:nvPr/>
          </p:nvSpPr>
          <p:spPr>
            <a:xfrm>
              <a:off x="1476448" y="428809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4" name="object 2134" descr=""/>
            <p:cNvSpPr/>
            <p:nvPr/>
          </p:nvSpPr>
          <p:spPr>
            <a:xfrm>
              <a:off x="1476448" y="426675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5"/>
                  </a:moveTo>
                  <a:lnTo>
                    <a:pt x="6096" y="0"/>
                  </a:lnTo>
                  <a:lnTo>
                    <a:pt x="4572" y="3047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5" name="object 2135" descr=""/>
            <p:cNvSpPr/>
            <p:nvPr/>
          </p:nvSpPr>
          <p:spPr>
            <a:xfrm>
              <a:off x="1957270" y="399853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7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6" name="object 2136" descr=""/>
            <p:cNvSpPr/>
            <p:nvPr/>
          </p:nvSpPr>
          <p:spPr>
            <a:xfrm>
              <a:off x="1951936" y="398710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762"/>
                  </a:lnTo>
                  <a:lnTo>
                    <a:pt x="11429" y="2286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7" name="object 2137" descr=""/>
            <p:cNvSpPr/>
            <p:nvPr/>
          </p:nvSpPr>
          <p:spPr>
            <a:xfrm>
              <a:off x="1972510" y="400843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8" name="object 2138" descr=""/>
            <p:cNvSpPr/>
            <p:nvPr/>
          </p:nvSpPr>
          <p:spPr>
            <a:xfrm>
              <a:off x="1972510" y="398710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1523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9" name="object 2139" descr=""/>
            <p:cNvSpPr/>
            <p:nvPr/>
          </p:nvSpPr>
          <p:spPr>
            <a:xfrm>
              <a:off x="1993083" y="398710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2" y="0"/>
                  </a:moveTo>
                  <a:lnTo>
                    <a:pt x="12192" y="12954"/>
                  </a:lnTo>
                  <a:lnTo>
                    <a:pt x="10668" y="17526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4572" y="21336"/>
                  </a:lnTo>
                  <a:lnTo>
                    <a:pt x="3048" y="20574"/>
                  </a:lnTo>
                  <a:lnTo>
                    <a:pt x="1524" y="19050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1524" y="2286"/>
                  </a:lnTo>
                  <a:lnTo>
                    <a:pt x="3048" y="762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0" name="object 2140" descr=""/>
            <p:cNvSpPr/>
            <p:nvPr/>
          </p:nvSpPr>
          <p:spPr>
            <a:xfrm>
              <a:off x="1493974" y="4041202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4" h="10795">
                  <a:moveTo>
                    <a:pt x="6858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1" name="object 2141" descr=""/>
            <p:cNvSpPr/>
            <p:nvPr/>
          </p:nvSpPr>
          <p:spPr>
            <a:xfrm>
              <a:off x="1488640" y="402977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1429" y="9144"/>
                  </a:lnTo>
                  <a:lnTo>
                    <a:pt x="9906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2" name="object 2142" descr=""/>
            <p:cNvSpPr/>
            <p:nvPr/>
          </p:nvSpPr>
          <p:spPr>
            <a:xfrm>
              <a:off x="1507690" y="402977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524" y="2286"/>
                  </a:moveTo>
                  <a:lnTo>
                    <a:pt x="2286" y="1524"/>
                  </a:lnTo>
                  <a:lnTo>
                    <a:pt x="4572" y="0"/>
                  </a:lnTo>
                  <a:lnTo>
                    <a:pt x="9906" y="0"/>
                  </a:lnTo>
                  <a:lnTo>
                    <a:pt x="11430" y="1524"/>
                  </a:lnTo>
                  <a:lnTo>
                    <a:pt x="12954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954" y="9144"/>
                  </a:lnTo>
                  <a:lnTo>
                    <a:pt x="0" y="22098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3" name="object 2143" descr=""/>
            <p:cNvSpPr/>
            <p:nvPr/>
          </p:nvSpPr>
          <p:spPr>
            <a:xfrm>
              <a:off x="1528263" y="402977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1524" y="2286"/>
                  </a:moveTo>
                  <a:lnTo>
                    <a:pt x="2286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1524"/>
                  </a:lnTo>
                  <a:lnTo>
                    <a:pt x="12192" y="2286"/>
                  </a:lnTo>
                  <a:lnTo>
                    <a:pt x="13716" y="4572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2098"/>
                  </a:lnTo>
                  <a:lnTo>
                    <a:pt x="13716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4" name="object 2144" descr=""/>
            <p:cNvSpPr/>
            <p:nvPr/>
          </p:nvSpPr>
          <p:spPr>
            <a:xfrm>
              <a:off x="1235656" y="4041202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4" h="10795">
                  <a:moveTo>
                    <a:pt x="6858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5" name="object 2145" descr=""/>
            <p:cNvSpPr/>
            <p:nvPr/>
          </p:nvSpPr>
          <p:spPr>
            <a:xfrm>
              <a:off x="1230322" y="402977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8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1524"/>
                  </a:lnTo>
                  <a:lnTo>
                    <a:pt x="11429" y="2286"/>
                  </a:lnTo>
                  <a:lnTo>
                    <a:pt x="12191" y="4572"/>
                  </a:lnTo>
                  <a:lnTo>
                    <a:pt x="12191" y="7620"/>
                  </a:lnTo>
                  <a:lnTo>
                    <a:pt x="10668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6" name="object 2146" descr=""/>
            <p:cNvSpPr/>
            <p:nvPr/>
          </p:nvSpPr>
          <p:spPr>
            <a:xfrm>
              <a:off x="1250896" y="405187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7" name="object 2147" descr=""/>
            <p:cNvSpPr/>
            <p:nvPr/>
          </p:nvSpPr>
          <p:spPr>
            <a:xfrm>
              <a:off x="1250896" y="4029772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8"/>
                  </a:moveTo>
                  <a:lnTo>
                    <a:pt x="6096" y="0"/>
                  </a:lnTo>
                  <a:lnTo>
                    <a:pt x="4572" y="3048"/>
                  </a:lnTo>
                  <a:lnTo>
                    <a:pt x="2286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8" name="object 2148" descr=""/>
            <p:cNvSpPr/>
            <p:nvPr/>
          </p:nvSpPr>
          <p:spPr>
            <a:xfrm>
              <a:off x="1270708" y="4029772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0" y="0"/>
                  </a:moveTo>
                  <a:lnTo>
                    <a:pt x="13716" y="0"/>
                  </a:lnTo>
                  <a:lnTo>
                    <a:pt x="4572" y="2209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9" name="object 2149" descr=""/>
            <p:cNvSpPr/>
            <p:nvPr/>
          </p:nvSpPr>
          <p:spPr>
            <a:xfrm>
              <a:off x="4412433" y="39223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762" y="19812"/>
                  </a:lnTo>
                  <a:lnTo>
                    <a:pt x="1524" y="20574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11430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0" name="object 2150" descr=""/>
            <p:cNvSpPr/>
            <p:nvPr/>
          </p:nvSpPr>
          <p:spPr>
            <a:xfrm>
              <a:off x="4443675" y="3929950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70">
                  <a:moveTo>
                    <a:pt x="0" y="0"/>
                  </a:moveTo>
                  <a:lnTo>
                    <a:pt x="0" y="1371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1" name="object 2151" descr=""/>
            <p:cNvSpPr/>
            <p:nvPr/>
          </p:nvSpPr>
          <p:spPr>
            <a:xfrm>
              <a:off x="4433769" y="3921568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5334" y="0"/>
                  </a:moveTo>
                  <a:lnTo>
                    <a:pt x="0" y="15240"/>
                  </a:lnTo>
                  <a:lnTo>
                    <a:pt x="12954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2" name="object 2152" descr=""/>
            <p:cNvSpPr/>
            <p:nvPr/>
          </p:nvSpPr>
          <p:spPr>
            <a:xfrm>
              <a:off x="4455106" y="39223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5333" y="0"/>
                  </a:lnTo>
                  <a:lnTo>
                    <a:pt x="12192" y="12192"/>
                  </a:lnTo>
                  <a:lnTo>
                    <a:pt x="11430" y="16764"/>
                  </a:lnTo>
                  <a:lnTo>
                    <a:pt x="10668" y="18288"/>
                  </a:lnTo>
                  <a:lnTo>
                    <a:pt x="8382" y="20574"/>
                  </a:lnTo>
                  <a:lnTo>
                    <a:pt x="5334" y="21336"/>
                  </a:lnTo>
                  <a:lnTo>
                    <a:pt x="0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3" name="object 2153" descr=""/>
            <p:cNvSpPr/>
            <p:nvPr/>
          </p:nvSpPr>
          <p:spPr>
            <a:xfrm>
              <a:off x="4171642" y="3912424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4" name="object 2154" descr=""/>
            <p:cNvSpPr/>
            <p:nvPr/>
          </p:nvSpPr>
          <p:spPr>
            <a:xfrm>
              <a:off x="4167069" y="390099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4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4033" y="2451"/>
                  </a:lnTo>
                  <a:lnTo>
                    <a:pt x="13931" y="817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5" name="object 2155" descr=""/>
            <p:cNvSpPr/>
            <p:nvPr/>
          </p:nvSpPr>
          <p:spPr>
            <a:xfrm>
              <a:off x="4187644" y="392233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6" name="object 2156" descr=""/>
            <p:cNvSpPr/>
            <p:nvPr/>
          </p:nvSpPr>
          <p:spPr>
            <a:xfrm>
              <a:off x="4187644" y="390099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7" name="object 2157" descr=""/>
            <p:cNvSpPr/>
            <p:nvPr/>
          </p:nvSpPr>
          <p:spPr>
            <a:xfrm>
              <a:off x="4206694" y="390099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762" y="2286"/>
                  </a:moveTo>
                  <a:lnTo>
                    <a:pt x="2286" y="762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8" name="object 2158" descr=""/>
            <p:cNvSpPr/>
            <p:nvPr/>
          </p:nvSpPr>
          <p:spPr>
            <a:xfrm>
              <a:off x="3767019" y="396576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762" y="19050"/>
                  </a:lnTo>
                  <a:lnTo>
                    <a:pt x="2286" y="20574"/>
                  </a:lnTo>
                  <a:lnTo>
                    <a:pt x="3810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9" name="object 2159" descr=""/>
            <p:cNvSpPr/>
            <p:nvPr/>
          </p:nvSpPr>
          <p:spPr>
            <a:xfrm>
              <a:off x="3799024" y="397262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0" name="object 2160" descr=""/>
            <p:cNvSpPr/>
            <p:nvPr/>
          </p:nvSpPr>
          <p:spPr>
            <a:xfrm>
              <a:off x="3788356" y="3964240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39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1" name="object 2161" descr=""/>
            <p:cNvSpPr/>
            <p:nvPr/>
          </p:nvSpPr>
          <p:spPr>
            <a:xfrm>
              <a:off x="3809077" y="3966526"/>
              <a:ext cx="13970" cy="20320"/>
            </a:xfrm>
            <a:custGeom>
              <a:avLst/>
              <a:gdLst/>
              <a:ahLst/>
              <a:cxnLst/>
              <a:rect l="l" t="t" r="r" b="b"/>
              <a:pathLst>
                <a:path w="13970" h="20320">
                  <a:moveTo>
                    <a:pt x="13568" y="18287"/>
                  </a:moveTo>
                  <a:lnTo>
                    <a:pt x="12044" y="19811"/>
                  </a:lnTo>
                  <a:lnTo>
                    <a:pt x="3055" y="18543"/>
                  </a:lnTo>
                  <a:lnTo>
                    <a:pt x="0" y="9882"/>
                  </a:lnTo>
                  <a:lnTo>
                    <a:pt x="2966" y="1232"/>
                  </a:lnTo>
                  <a:lnTo>
                    <a:pt x="12044" y="0"/>
                  </a:lnTo>
                  <a:lnTo>
                    <a:pt x="13568" y="76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2" name="object 2162" descr=""/>
            <p:cNvSpPr/>
            <p:nvPr/>
          </p:nvSpPr>
          <p:spPr>
            <a:xfrm>
              <a:off x="4203645" y="556825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3" name="object 2163" descr=""/>
            <p:cNvSpPr/>
            <p:nvPr/>
          </p:nvSpPr>
          <p:spPr>
            <a:xfrm>
              <a:off x="4198312" y="555682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762"/>
                  </a:lnTo>
                  <a:lnTo>
                    <a:pt x="11429" y="2286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1066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4" name="object 2164" descr=""/>
            <p:cNvSpPr/>
            <p:nvPr/>
          </p:nvSpPr>
          <p:spPr>
            <a:xfrm>
              <a:off x="4218886" y="557815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5" name="object 2165" descr=""/>
            <p:cNvSpPr/>
            <p:nvPr/>
          </p:nvSpPr>
          <p:spPr>
            <a:xfrm>
              <a:off x="4218886" y="5556820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6" y="21336"/>
                  </a:moveTo>
                  <a:lnTo>
                    <a:pt x="6096" y="0"/>
                  </a:lnTo>
                  <a:lnTo>
                    <a:pt x="3810" y="3048"/>
                  </a:lnTo>
                  <a:lnTo>
                    <a:pt x="1524" y="5334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6" name="object 2166" descr=""/>
            <p:cNvSpPr/>
            <p:nvPr/>
          </p:nvSpPr>
          <p:spPr>
            <a:xfrm>
              <a:off x="4239460" y="555682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524" y="21336"/>
                  </a:moveTo>
                  <a:lnTo>
                    <a:pt x="6096" y="21336"/>
                  </a:lnTo>
                  <a:lnTo>
                    <a:pt x="9144" y="19812"/>
                  </a:lnTo>
                  <a:lnTo>
                    <a:pt x="10668" y="16764"/>
                  </a:lnTo>
                  <a:lnTo>
                    <a:pt x="12192" y="12192"/>
                  </a:lnTo>
                  <a:lnTo>
                    <a:pt x="12192" y="3810"/>
                  </a:lnTo>
                  <a:lnTo>
                    <a:pt x="10668" y="2286"/>
                  </a:lnTo>
                  <a:lnTo>
                    <a:pt x="9906" y="762"/>
                  </a:lnTo>
                  <a:lnTo>
                    <a:pt x="7620" y="0"/>
                  </a:lnTo>
                  <a:lnTo>
                    <a:pt x="3810" y="0"/>
                  </a:lnTo>
                  <a:lnTo>
                    <a:pt x="1524" y="762"/>
                  </a:lnTo>
                  <a:lnTo>
                    <a:pt x="0" y="3810"/>
                  </a:lnTo>
                  <a:lnTo>
                    <a:pt x="0" y="9144"/>
                  </a:lnTo>
                  <a:lnTo>
                    <a:pt x="762" y="11430"/>
                  </a:lnTo>
                  <a:lnTo>
                    <a:pt x="1524" y="12192"/>
                  </a:lnTo>
                  <a:lnTo>
                    <a:pt x="3810" y="13716"/>
                  </a:lnTo>
                  <a:lnTo>
                    <a:pt x="7620" y="13716"/>
                  </a:lnTo>
                  <a:lnTo>
                    <a:pt x="9906" y="12192"/>
                  </a:lnTo>
                  <a:lnTo>
                    <a:pt x="10668" y="11430"/>
                  </a:lnTo>
                  <a:lnTo>
                    <a:pt x="12192" y="9144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7" name="object 2167" descr=""/>
            <p:cNvSpPr/>
            <p:nvPr/>
          </p:nvSpPr>
          <p:spPr>
            <a:xfrm>
              <a:off x="3810454" y="549205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0"/>
                  </a:moveTo>
                  <a:lnTo>
                    <a:pt x="0" y="17526"/>
                  </a:lnTo>
                  <a:lnTo>
                    <a:pt x="762" y="19812"/>
                  </a:lnTo>
                  <a:lnTo>
                    <a:pt x="1524" y="20574"/>
                  </a:lnTo>
                  <a:lnTo>
                    <a:pt x="3810" y="22098"/>
                  </a:lnTo>
                  <a:lnTo>
                    <a:pt x="7620" y="22098"/>
                  </a:lnTo>
                  <a:lnTo>
                    <a:pt x="9906" y="20574"/>
                  </a:lnTo>
                  <a:lnTo>
                    <a:pt x="10668" y="19812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8" name="object 2168" descr=""/>
            <p:cNvSpPr/>
            <p:nvPr/>
          </p:nvSpPr>
          <p:spPr>
            <a:xfrm>
              <a:off x="3841695" y="5499670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9" name="object 2169" descr=""/>
            <p:cNvSpPr/>
            <p:nvPr/>
          </p:nvSpPr>
          <p:spPr>
            <a:xfrm>
              <a:off x="3831789" y="5491288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5334" y="0"/>
                  </a:moveTo>
                  <a:lnTo>
                    <a:pt x="0" y="15239"/>
                  </a:lnTo>
                  <a:lnTo>
                    <a:pt x="12954" y="1523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0" name="object 2170" descr=""/>
            <p:cNvSpPr/>
            <p:nvPr/>
          </p:nvSpPr>
          <p:spPr>
            <a:xfrm>
              <a:off x="3853125" y="5492050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6858" y="10668"/>
                  </a:moveTo>
                  <a:lnTo>
                    <a:pt x="9906" y="11430"/>
                  </a:lnTo>
                  <a:lnTo>
                    <a:pt x="11430" y="12954"/>
                  </a:lnTo>
                  <a:lnTo>
                    <a:pt x="12192" y="14478"/>
                  </a:lnTo>
                  <a:lnTo>
                    <a:pt x="12192" y="17526"/>
                  </a:lnTo>
                  <a:lnTo>
                    <a:pt x="11430" y="19812"/>
                  </a:lnTo>
                  <a:lnTo>
                    <a:pt x="9906" y="20574"/>
                  </a:lnTo>
                  <a:lnTo>
                    <a:pt x="8382" y="22098"/>
                  </a:lnTo>
                  <a:lnTo>
                    <a:pt x="0" y="22098"/>
                  </a:lnTo>
                  <a:lnTo>
                    <a:pt x="0" y="0"/>
                  </a:lnTo>
                  <a:lnTo>
                    <a:pt x="6858" y="0"/>
                  </a:lnTo>
                  <a:lnTo>
                    <a:pt x="9144" y="1524"/>
                  </a:lnTo>
                  <a:lnTo>
                    <a:pt x="9906" y="2286"/>
                  </a:lnTo>
                  <a:lnTo>
                    <a:pt x="11430" y="4572"/>
                  </a:lnTo>
                  <a:lnTo>
                    <a:pt x="11430" y="6096"/>
                  </a:lnTo>
                  <a:lnTo>
                    <a:pt x="9906" y="8382"/>
                  </a:lnTo>
                  <a:lnTo>
                    <a:pt x="9144" y="9906"/>
                  </a:lnTo>
                  <a:lnTo>
                    <a:pt x="6858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1" name="object 2171" descr=""/>
            <p:cNvSpPr/>
            <p:nvPr/>
          </p:nvSpPr>
          <p:spPr>
            <a:xfrm>
              <a:off x="4086298" y="5847904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2" name="object 2172" descr=""/>
            <p:cNvSpPr/>
            <p:nvPr/>
          </p:nvSpPr>
          <p:spPr>
            <a:xfrm>
              <a:off x="4080963" y="583647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762"/>
                  </a:lnTo>
                  <a:lnTo>
                    <a:pt x="11429" y="2286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3" name="object 2173" descr=""/>
            <p:cNvSpPr/>
            <p:nvPr/>
          </p:nvSpPr>
          <p:spPr>
            <a:xfrm>
              <a:off x="4100013" y="583647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1524" y="2286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4" name="object 2174" descr=""/>
            <p:cNvSpPr/>
            <p:nvPr/>
          </p:nvSpPr>
          <p:spPr>
            <a:xfrm>
              <a:off x="4122112" y="583647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4572" y="0"/>
                  </a:moveTo>
                  <a:lnTo>
                    <a:pt x="12192" y="12954"/>
                  </a:lnTo>
                  <a:lnTo>
                    <a:pt x="9906" y="19812"/>
                  </a:lnTo>
                  <a:lnTo>
                    <a:pt x="9144" y="20574"/>
                  </a:lnTo>
                  <a:lnTo>
                    <a:pt x="6858" y="21336"/>
                  </a:lnTo>
                  <a:lnTo>
                    <a:pt x="4572" y="21336"/>
                  </a:lnTo>
                  <a:lnTo>
                    <a:pt x="1524" y="19812"/>
                  </a:lnTo>
                  <a:lnTo>
                    <a:pt x="762" y="17526"/>
                  </a:lnTo>
                  <a:lnTo>
                    <a:pt x="0" y="12954"/>
                  </a:lnTo>
                  <a:lnTo>
                    <a:pt x="0" y="8382"/>
                  </a:lnTo>
                  <a:lnTo>
                    <a:pt x="762" y="3810"/>
                  </a:lnTo>
                  <a:lnTo>
                    <a:pt x="1524" y="2286"/>
                  </a:lnTo>
                  <a:lnTo>
                    <a:pt x="3048" y="762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5" name="object 2175" descr=""/>
            <p:cNvSpPr/>
            <p:nvPr/>
          </p:nvSpPr>
          <p:spPr>
            <a:xfrm>
              <a:off x="4568644" y="5309932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20" h="10795">
                  <a:moveTo>
                    <a:pt x="7620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6" name="object 2176" descr=""/>
            <p:cNvSpPr/>
            <p:nvPr/>
          </p:nvSpPr>
          <p:spPr>
            <a:xfrm>
              <a:off x="4564072" y="529850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0" y="22097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1523"/>
                  </a:lnTo>
                  <a:lnTo>
                    <a:pt x="10667" y="2285"/>
                  </a:lnTo>
                  <a:lnTo>
                    <a:pt x="12191" y="4571"/>
                  </a:lnTo>
                  <a:lnTo>
                    <a:pt x="12191" y="7619"/>
                  </a:lnTo>
                  <a:lnTo>
                    <a:pt x="10667" y="9905"/>
                  </a:lnTo>
                  <a:lnTo>
                    <a:pt x="9906" y="10667"/>
                  </a:lnTo>
                  <a:lnTo>
                    <a:pt x="7620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7" name="object 2177" descr=""/>
            <p:cNvSpPr/>
            <p:nvPr/>
          </p:nvSpPr>
          <p:spPr>
            <a:xfrm>
              <a:off x="4584645" y="532060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8" name="object 2178" descr=""/>
            <p:cNvSpPr/>
            <p:nvPr/>
          </p:nvSpPr>
          <p:spPr>
            <a:xfrm>
              <a:off x="4584645" y="5298502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6096" y="22097"/>
                  </a:moveTo>
                  <a:lnTo>
                    <a:pt x="6096" y="0"/>
                  </a:lnTo>
                  <a:lnTo>
                    <a:pt x="3810" y="3047"/>
                  </a:lnTo>
                  <a:lnTo>
                    <a:pt x="1524" y="5333"/>
                  </a:lnTo>
                  <a:lnTo>
                    <a:pt x="0" y="609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9" name="object 2179" descr=""/>
            <p:cNvSpPr/>
            <p:nvPr/>
          </p:nvSpPr>
          <p:spPr>
            <a:xfrm>
              <a:off x="4604457" y="5298502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5" h="22225">
                  <a:moveTo>
                    <a:pt x="4572" y="9905"/>
                  </a:moveTo>
                  <a:lnTo>
                    <a:pt x="2286" y="8381"/>
                  </a:lnTo>
                  <a:lnTo>
                    <a:pt x="1524" y="7619"/>
                  </a:lnTo>
                  <a:lnTo>
                    <a:pt x="0" y="5333"/>
                  </a:lnTo>
                  <a:lnTo>
                    <a:pt x="0" y="4571"/>
                  </a:lnTo>
                  <a:lnTo>
                    <a:pt x="1524" y="2285"/>
                  </a:lnTo>
                  <a:lnTo>
                    <a:pt x="2286" y="1523"/>
                  </a:lnTo>
                  <a:lnTo>
                    <a:pt x="4572" y="0"/>
                  </a:lnTo>
                  <a:lnTo>
                    <a:pt x="8382" y="0"/>
                  </a:lnTo>
                  <a:lnTo>
                    <a:pt x="10668" y="1523"/>
                  </a:lnTo>
                  <a:lnTo>
                    <a:pt x="11430" y="2285"/>
                  </a:lnTo>
                  <a:lnTo>
                    <a:pt x="12954" y="4571"/>
                  </a:lnTo>
                  <a:lnTo>
                    <a:pt x="12954" y="5333"/>
                  </a:lnTo>
                  <a:lnTo>
                    <a:pt x="11430" y="7619"/>
                  </a:lnTo>
                  <a:lnTo>
                    <a:pt x="10668" y="8381"/>
                  </a:lnTo>
                  <a:lnTo>
                    <a:pt x="8382" y="9905"/>
                  </a:lnTo>
                  <a:lnTo>
                    <a:pt x="4572" y="9905"/>
                  </a:lnTo>
                  <a:lnTo>
                    <a:pt x="2286" y="10667"/>
                  </a:lnTo>
                  <a:lnTo>
                    <a:pt x="1524" y="11429"/>
                  </a:lnTo>
                  <a:lnTo>
                    <a:pt x="0" y="13715"/>
                  </a:lnTo>
                  <a:lnTo>
                    <a:pt x="0" y="17525"/>
                  </a:lnTo>
                  <a:lnTo>
                    <a:pt x="1524" y="19811"/>
                  </a:lnTo>
                  <a:lnTo>
                    <a:pt x="2286" y="20573"/>
                  </a:lnTo>
                  <a:lnTo>
                    <a:pt x="4572" y="22097"/>
                  </a:lnTo>
                  <a:lnTo>
                    <a:pt x="8382" y="22097"/>
                  </a:lnTo>
                  <a:lnTo>
                    <a:pt x="10668" y="20573"/>
                  </a:lnTo>
                  <a:lnTo>
                    <a:pt x="11430" y="19811"/>
                  </a:lnTo>
                  <a:lnTo>
                    <a:pt x="12954" y="17525"/>
                  </a:lnTo>
                  <a:lnTo>
                    <a:pt x="12954" y="13715"/>
                  </a:lnTo>
                  <a:lnTo>
                    <a:pt x="11430" y="11429"/>
                  </a:lnTo>
                  <a:lnTo>
                    <a:pt x="10668" y="10667"/>
                  </a:lnTo>
                  <a:lnTo>
                    <a:pt x="8382" y="9905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0" name="object 2180" descr=""/>
            <p:cNvSpPr/>
            <p:nvPr/>
          </p:nvSpPr>
          <p:spPr>
            <a:xfrm>
              <a:off x="3720538" y="5159818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1" name="object 2181" descr=""/>
            <p:cNvSpPr/>
            <p:nvPr/>
          </p:nvSpPr>
          <p:spPr>
            <a:xfrm>
              <a:off x="3715204" y="514838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5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9905" y="761"/>
                  </a:lnTo>
                  <a:lnTo>
                    <a:pt x="11429" y="2285"/>
                  </a:lnTo>
                  <a:lnTo>
                    <a:pt x="12191" y="3809"/>
                  </a:lnTo>
                  <a:lnTo>
                    <a:pt x="12191" y="6857"/>
                  </a:lnTo>
                  <a:lnTo>
                    <a:pt x="11429" y="9143"/>
                  </a:lnTo>
                  <a:lnTo>
                    <a:pt x="9906" y="9905"/>
                  </a:lnTo>
                  <a:lnTo>
                    <a:pt x="8382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2" name="object 2182" descr=""/>
            <p:cNvSpPr/>
            <p:nvPr/>
          </p:nvSpPr>
          <p:spPr>
            <a:xfrm>
              <a:off x="3745683" y="515524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3" name="object 2183" descr=""/>
            <p:cNvSpPr/>
            <p:nvPr/>
          </p:nvSpPr>
          <p:spPr>
            <a:xfrm>
              <a:off x="3735777" y="5147626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5334" y="0"/>
                  </a:moveTo>
                  <a:lnTo>
                    <a:pt x="0" y="15239"/>
                  </a:lnTo>
                  <a:lnTo>
                    <a:pt x="12954" y="1523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4" name="object 2184" descr=""/>
            <p:cNvSpPr/>
            <p:nvPr/>
          </p:nvSpPr>
          <p:spPr>
            <a:xfrm>
              <a:off x="3756351" y="514838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524" y="21335"/>
                  </a:moveTo>
                  <a:lnTo>
                    <a:pt x="6096" y="21335"/>
                  </a:lnTo>
                  <a:lnTo>
                    <a:pt x="8382" y="20573"/>
                  </a:lnTo>
                  <a:lnTo>
                    <a:pt x="9144" y="19049"/>
                  </a:lnTo>
                  <a:lnTo>
                    <a:pt x="11430" y="16001"/>
                  </a:lnTo>
                  <a:lnTo>
                    <a:pt x="12192" y="12191"/>
                  </a:lnTo>
                  <a:lnTo>
                    <a:pt x="12192" y="3809"/>
                  </a:lnTo>
                  <a:lnTo>
                    <a:pt x="11430" y="2285"/>
                  </a:lnTo>
                  <a:lnTo>
                    <a:pt x="9906" y="761"/>
                  </a:lnTo>
                  <a:lnTo>
                    <a:pt x="8382" y="0"/>
                  </a:lnTo>
                  <a:lnTo>
                    <a:pt x="3810" y="0"/>
                  </a:lnTo>
                  <a:lnTo>
                    <a:pt x="1524" y="761"/>
                  </a:lnTo>
                  <a:lnTo>
                    <a:pt x="0" y="3809"/>
                  </a:lnTo>
                  <a:lnTo>
                    <a:pt x="0" y="9143"/>
                  </a:lnTo>
                  <a:lnTo>
                    <a:pt x="12192" y="9143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5" name="object 2185" descr=""/>
            <p:cNvSpPr/>
            <p:nvPr/>
          </p:nvSpPr>
          <p:spPr>
            <a:xfrm>
              <a:off x="3837886" y="5267260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6" name="object 2186" descr=""/>
            <p:cNvSpPr/>
            <p:nvPr/>
          </p:nvSpPr>
          <p:spPr>
            <a:xfrm>
              <a:off x="3832551" y="525583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0667" y="762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10668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7" name="object 2187" descr=""/>
            <p:cNvSpPr/>
            <p:nvPr/>
          </p:nvSpPr>
          <p:spPr>
            <a:xfrm>
              <a:off x="3852363" y="525583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8" name="object 2188" descr=""/>
            <p:cNvSpPr/>
            <p:nvPr/>
          </p:nvSpPr>
          <p:spPr>
            <a:xfrm>
              <a:off x="3872938" y="5255830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0" y="0"/>
                  </a:moveTo>
                  <a:lnTo>
                    <a:pt x="12954" y="0"/>
                  </a:lnTo>
                  <a:lnTo>
                    <a:pt x="6096" y="8382"/>
                  </a:lnTo>
                  <a:lnTo>
                    <a:pt x="9144" y="8382"/>
                  </a:lnTo>
                  <a:lnTo>
                    <a:pt x="12192" y="9905"/>
                  </a:lnTo>
                  <a:lnTo>
                    <a:pt x="12954" y="12191"/>
                  </a:lnTo>
                  <a:lnTo>
                    <a:pt x="12954" y="17526"/>
                  </a:lnTo>
                  <a:lnTo>
                    <a:pt x="12192" y="19812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20574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9" name="object 2189" descr=""/>
            <p:cNvSpPr/>
            <p:nvPr/>
          </p:nvSpPr>
          <p:spPr>
            <a:xfrm>
              <a:off x="4542736" y="553548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762" y="19050"/>
                  </a:lnTo>
                  <a:lnTo>
                    <a:pt x="2286" y="20574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0" name="object 2190" descr=""/>
            <p:cNvSpPr/>
            <p:nvPr/>
          </p:nvSpPr>
          <p:spPr>
            <a:xfrm>
              <a:off x="4574739" y="554234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7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1" name="object 2191" descr=""/>
            <p:cNvSpPr/>
            <p:nvPr/>
          </p:nvSpPr>
          <p:spPr>
            <a:xfrm>
              <a:off x="4564072" y="5534722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39">
                  <a:moveTo>
                    <a:pt x="5334" y="0"/>
                  </a:moveTo>
                  <a:lnTo>
                    <a:pt x="0" y="15240"/>
                  </a:lnTo>
                  <a:lnTo>
                    <a:pt x="13716" y="1524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2" name="object 2192" descr=""/>
            <p:cNvSpPr/>
            <p:nvPr/>
          </p:nvSpPr>
          <p:spPr>
            <a:xfrm>
              <a:off x="4584645" y="5550724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5" h="0">
                  <a:moveTo>
                    <a:pt x="0" y="0"/>
                  </a:moveTo>
                  <a:lnTo>
                    <a:pt x="10668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3" name="object 2193" descr=""/>
            <p:cNvSpPr/>
            <p:nvPr/>
          </p:nvSpPr>
          <p:spPr>
            <a:xfrm>
              <a:off x="4583122" y="553548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0" y="21336"/>
                  </a:moveTo>
                  <a:lnTo>
                    <a:pt x="6857" y="0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4" name="object 2194" descr=""/>
            <p:cNvSpPr/>
            <p:nvPr/>
          </p:nvSpPr>
          <p:spPr>
            <a:xfrm>
              <a:off x="1256992" y="5008942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5">
                  <a:moveTo>
                    <a:pt x="7619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5" name="object 2195" descr=""/>
            <p:cNvSpPr/>
            <p:nvPr/>
          </p:nvSpPr>
          <p:spPr>
            <a:xfrm>
              <a:off x="1251658" y="4997512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0" y="22097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4693" y="3251"/>
                  </a:lnTo>
                  <a:lnTo>
                    <a:pt x="14795" y="8978"/>
                  </a:lnTo>
                  <a:lnTo>
                    <a:pt x="8382" y="11429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6" name="object 2196" descr=""/>
            <p:cNvSpPr/>
            <p:nvPr/>
          </p:nvSpPr>
          <p:spPr>
            <a:xfrm>
              <a:off x="1272232" y="499751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10668" y="0"/>
                  </a:moveTo>
                  <a:lnTo>
                    <a:pt x="6096" y="0"/>
                  </a:lnTo>
                  <a:lnTo>
                    <a:pt x="4572" y="1523"/>
                  </a:lnTo>
                  <a:lnTo>
                    <a:pt x="3048" y="2285"/>
                  </a:lnTo>
                  <a:lnTo>
                    <a:pt x="1524" y="5333"/>
                  </a:lnTo>
                  <a:lnTo>
                    <a:pt x="0" y="9143"/>
                  </a:lnTo>
                  <a:lnTo>
                    <a:pt x="0" y="17525"/>
                  </a:lnTo>
                  <a:lnTo>
                    <a:pt x="1524" y="19811"/>
                  </a:lnTo>
                  <a:lnTo>
                    <a:pt x="2286" y="20573"/>
                  </a:lnTo>
                  <a:lnTo>
                    <a:pt x="4572" y="22097"/>
                  </a:lnTo>
                  <a:lnTo>
                    <a:pt x="8382" y="22097"/>
                  </a:lnTo>
                  <a:lnTo>
                    <a:pt x="10668" y="20573"/>
                  </a:lnTo>
                  <a:lnTo>
                    <a:pt x="11430" y="19811"/>
                  </a:lnTo>
                  <a:lnTo>
                    <a:pt x="12192" y="17525"/>
                  </a:lnTo>
                  <a:lnTo>
                    <a:pt x="12192" y="12191"/>
                  </a:lnTo>
                  <a:lnTo>
                    <a:pt x="1524" y="10667"/>
                  </a:lnTo>
                  <a:lnTo>
                    <a:pt x="0" y="12191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7" name="object 2197" descr=""/>
            <p:cNvSpPr/>
            <p:nvPr/>
          </p:nvSpPr>
          <p:spPr>
            <a:xfrm>
              <a:off x="1292806" y="4997512"/>
              <a:ext cx="12700" cy="22225"/>
            </a:xfrm>
            <a:custGeom>
              <a:avLst/>
              <a:gdLst/>
              <a:ahLst/>
              <a:cxnLst/>
              <a:rect l="l" t="t" r="r" b="b"/>
              <a:pathLst>
                <a:path w="12700" h="22225">
                  <a:moveTo>
                    <a:pt x="5334" y="0"/>
                  </a:moveTo>
                  <a:lnTo>
                    <a:pt x="7620" y="0"/>
                  </a:lnTo>
                  <a:lnTo>
                    <a:pt x="9144" y="1523"/>
                  </a:lnTo>
                  <a:lnTo>
                    <a:pt x="10668" y="2285"/>
                  </a:lnTo>
                  <a:lnTo>
                    <a:pt x="11430" y="4571"/>
                  </a:lnTo>
                  <a:lnTo>
                    <a:pt x="12192" y="8381"/>
                  </a:lnTo>
                  <a:lnTo>
                    <a:pt x="12192" y="13715"/>
                  </a:lnTo>
                  <a:lnTo>
                    <a:pt x="11430" y="17525"/>
                  </a:lnTo>
                  <a:lnTo>
                    <a:pt x="10668" y="19811"/>
                  </a:lnTo>
                  <a:lnTo>
                    <a:pt x="9144" y="20573"/>
                  </a:lnTo>
                  <a:lnTo>
                    <a:pt x="7620" y="22097"/>
                  </a:lnTo>
                  <a:lnTo>
                    <a:pt x="5334" y="22097"/>
                  </a:lnTo>
                  <a:lnTo>
                    <a:pt x="3048" y="20573"/>
                  </a:lnTo>
                  <a:lnTo>
                    <a:pt x="2286" y="19811"/>
                  </a:lnTo>
                  <a:lnTo>
                    <a:pt x="1524" y="17525"/>
                  </a:lnTo>
                  <a:lnTo>
                    <a:pt x="0" y="13715"/>
                  </a:lnTo>
                  <a:lnTo>
                    <a:pt x="0" y="8381"/>
                  </a:lnTo>
                  <a:lnTo>
                    <a:pt x="1524" y="4571"/>
                  </a:lnTo>
                  <a:lnTo>
                    <a:pt x="2286" y="2285"/>
                  </a:lnTo>
                  <a:lnTo>
                    <a:pt x="3048" y="1523"/>
                  </a:lnTo>
                  <a:lnTo>
                    <a:pt x="5334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8" name="object 2198" descr=""/>
            <p:cNvSpPr/>
            <p:nvPr/>
          </p:nvSpPr>
          <p:spPr>
            <a:xfrm>
              <a:off x="1053538" y="5223826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5">
                  <a:moveTo>
                    <a:pt x="7619" y="106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9" name="object 2199" descr=""/>
            <p:cNvSpPr/>
            <p:nvPr/>
          </p:nvSpPr>
          <p:spPr>
            <a:xfrm>
              <a:off x="1048966" y="5213158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9905" y="762"/>
                  </a:lnTo>
                  <a:lnTo>
                    <a:pt x="10667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0667" y="9144"/>
                  </a:lnTo>
                  <a:lnTo>
                    <a:pt x="9906" y="9906"/>
                  </a:lnTo>
                  <a:lnTo>
                    <a:pt x="7620" y="10668"/>
                  </a:lnTo>
                  <a:lnTo>
                    <a:pt x="0" y="1066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0" name="object 2200" descr=""/>
            <p:cNvSpPr/>
            <p:nvPr/>
          </p:nvSpPr>
          <p:spPr>
            <a:xfrm>
              <a:off x="1068016" y="5213158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0" y="0"/>
                  </a:moveTo>
                  <a:lnTo>
                    <a:pt x="13716" y="0"/>
                  </a:lnTo>
                  <a:lnTo>
                    <a:pt x="6096" y="7620"/>
                  </a:lnTo>
                  <a:lnTo>
                    <a:pt x="9144" y="7620"/>
                  </a:lnTo>
                  <a:lnTo>
                    <a:pt x="11430" y="9144"/>
                  </a:lnTo>
                  <a:lnTo>
                    <a:pt x="12192" y="9906"/>
                  </a:lnTo>
                  <a:lnTo>
                    <a:pt x="13716" y="12192"/>
                  </a:lnTo>
                  <a:lnTo>
                    <a:pt x="13716" y="16764"/>
                  </a:lnTo>
                  <a:lnTo>
                    <a:pt x="12192" y="19050"/>
                  </a:lnTo>
                  <a:lnTo>
                    <a:pt x="11430" y="19812"/>
                  </a:lnTo>
                  <a:lnTo>
                    <a:pt x="9144" y="21336"/>
                  </a:lnTo>
                  <a:lnTo>
                    <a:pt x="3048" y="21336"/>
                  </a:lnTo>
                  <a:lnTo>
                    <a:pt x="762" y="19812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1" name="object 2201" descr=""/>
            <p:cNvSpPr/>
            <p:nvPr/>
          </p:nvSpPr>
          <p:spPr>
            <a:xfrm>
              <a:off x="1100020" y="522001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14478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2" name="object 2202" descr=""/>
            <p:cNvSpPr/>
            <p:nvPr/>
          </p:nvSpPr>
          <p:spPr>
            <a:xfrm>
              <a:off x="1089352" y="521163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69" h="15239">
                  <a:moveTo>
                    <a:pt x="5334" y="0"/>
                  </a:moveTo>
                  <a:lnTo>
                    <a:pt x="0" y="15239"/>
                  </a:lnTo>
                  <a:lnTo>
                    <a:pt x="13716" y="15239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3" name="object 2203" descr=""/>
            <p:cNvSpPr/>
            <p:nvPr/>
          </p:nvSpPr>
          <p:spPr>
            <a:xfrm>
              <a:off x="2128720" y="5546914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19" h="10160">
                  <a:moveTo>
                    <a:pt x="7619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4" name="object 2204" descr=""/>
            <p:cNvSpPr/>
            <p:nvPr/>
          </p:nvSpPr>
          <p:spPr>
            <a:xfrm>
              <a:off x="2124148" y="5535484"/>
              <a:ext cx="14604" cy="21590"/>
            </a:xfrm>
            <a:custGeom>
              <a:avLst/>
              <a:gdLst/>
              <a:ahLst/>
              <a:cxnLst/>
              <a:rect l="l" t="t" r="r" b="b"/>
              <a:pathLst>
                <a:path w="14605" h="21589">
                  <a:moveTo>
                    <a:pt x="0" y="21336"/>
                  </a:moveTo>
                  <a:lnTo>
                    <a:pt x="0" y="0"/>
                  </a:lnTo>
                  <a:lnTo>
                    <a:pt x="7619" y="0"/>
                  </a:lnTo>
                  <a:lnTo>
                    <a:pt x="14033" y="2451"/>
                  </a:lnTo>
                  <a:lnTo>
                    <a:pt x="13931" y="8178"/>
                  </a:lnTo>
                  <a:lnTo>
                    <a:pt x="7620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5" name="object 2205" descr=""/>
            <p:cNvSpPr/>
            <p:nvPr/>
          </p:nvSpPr>
          <p:spPr>
            <a:xfrm>
              <a:off x="2143198" y="5535484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69" h="21589">
                  <a:moveTo>
                    <a:pt x="762" y="2286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1430" y="762"/>
                  </a:lnTo>
                  <a:lnTo>
                    <a:pt x="12192" y="2286"/>
                  </a:lnTo>
                  <a:lnTo>
                    <a:pt x="13716" y="3810"/>
                  </a:lnTo>
                  <a:lnTo>
                    <a:pt x="13716" y="6096"/>
                  </a:lnTo>
                  <a:lnTo>
                    <a:pt x="12192" y="9144"/>
                  </a:lnTo>
                  <a:lnTo>
                    <a:pt x="0" y="21336"/>
                  </a:lnTo>
                  <a:lnTo>
                    <a:pt x="13716" y="2133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6" name="object 2206" descr=""/>
            <p:cNvSpPr/>
            <p:nvPr/>
          </p:nvSpPr>
          <p:spPr>
            <a:xfrm>
              <a:off x="2164533" y="553548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0668" y="0"/>
                  </a:moveTo>
                  <a:lnTo>
                    <a:pt x="0" y="9144"/>
                  </a:lnTo>
                  <a:lnTo>
                    <a:pt x="0" y="17526"/>
                  </a:lnTo>
                  <a:lnTo>
                    <a:pt x="1524" y="19050"/>
                  </a:lnTo>
                  <a:lnTo>
                    <a:pt x="2286" y="20574"/>
                  </a:lnTo>
                  <a:lnTo>
                    <a:pt x="4572" y="21336"/>
                  </a:lnTo>
                  <a:lnTo>
                    <a:pt x="8382" y="21336"/>
                  </a:lnTo>
                  <a:lnTo>
                    <a:pt x="10668" y="20574"/>
                  </a:lnTo>
                  <a:lnTo>
                    <a:pt x="12192" y="17526"/>
                  </a:lnTo>
                  <a:lnTo>
                    <a:pt x="12192" y="12192"/>
                  </a:lnTo>
                  <a:lnTo>
                    <a:pt x="11430" y="9906"/>
                  </a:lnTo>
                  <a:lnTo>
                    <a:pt x="10668" y="9144"/>
                  </a:lnTo>
                  <a:lnTo>
                    <a:pt x="8382" y="8382"/>
                  </a:lnTo>
                  <a:lnTo>
                    <a:pt x="4572" y="8382"/>
                  </a:lnTo>
                  <a:lnTo>
                    <a:pt x="2286" y="9144"/>
                  </a:lnTo>
                  <a:lnTo>
                    <a:pt x="1524" y="9906"/>
                  </a:lnTo>
                  <a:lnTo>
                    <a:pt x="0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7" name="object 2207" descr=""/>
            <p:cNvSpPr/>
            <p:nvPr/>
          </p:nvSpPr>
          <p:spPr>
            <a:xfrm>
              <a:off x="1763722" y="5245924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7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8" name="object 2208" descr=""/>
            <p:cNvSpPr/>
            <p:nvPr/>
          </p:nvSpPr>
          <p:spPr>
            <a:xfrm>
              <a:off x="1758388" y="523449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1429" y="1524"/>
                  </a:lnTo>
                  <a:lnTo>
                    <a:pt x="12191" y="3810"/>
                  </a:lnTo>
                  <a:lnTo>
                    <a:pt x="12191" y="6858"/>
                  </a:lnTo>
                  <a:lnTo>
                    <a:pt x="11429" y="9144"/>
                  </a:lnTo>
                  <a:lnTo>
                    <a:pt x="9906" y="9906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9" name="object 2209" descr=""/>
            <p:cNvSpPr/>
            <p:nvPr/>
          </p:nvSpPr>
          <p:spPr>
            <a:xfrm>
              <a:off x="1778961" y="523449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9906" y="0"/>
                  </a:moveTo>
                  <a:lnTo>
                    <a:pt x="0" y="9144"/>
                  </a:lnTo>
                  <a:lnTo>
                    <a:pt x="0" y="17526"/>
                  </a:lnTo>
                  <a:lnTo>
                    <a:pt x="1524" y="20574"/>
                  </a:lnTo>
                  <a:lnTo>
                    <a:pt x="3810" y="21336"/>
                  </a:lnTo>
                  <a:lnTo>
                    <a:pt x="7620" y="21336"/>
                  </a:lnTo>
                  <a:lnTo>
                    <a:pt x="9906" y="20574"/>
                  </a:lnTo>
                  <a:lnTo>
                    <a:pt x="10668" y="19050"/>
                  </a:lnTo>
                  <a:lnTo>
                    <a:pt x="12192" y="17526"/>
                  </a:lnTo>
                  <a:lnTo>
                    <a:pt x="12192" y="12192"/>
                  </a:lnTo>
                  <a:lnTo>
                    <a:pt x="10668" y="9906"/>
                  </a:lnTo>
                  <a:lnTo>
                    <a:pt x="9906" y="9144"/>
                  </a:lnTo>
                  <a:lnTo>
                    <a:pt x="7620" y="8382"/>
                  </a:lnTo>
                  <a:lnTo>
                    <a:pt x="3810" y="8382"/>
                  </a:lnTo>
                  <a:lnTo>
                    <a:pt x="1524" y="9144"/>
                  </a:lnTo>
                  <a:lnTo>
                    <a:pt x="762" y="9906"/>
                  </a:lnTo>
                  <a:lnTo>
                    <a:pt x="0" y="12192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0" name="object 2210" descr=""/>
            <p:cNvSpPr/>
            <p:nvPr/>
          </p:nvSpPr>
          <p:spPr>
            <a:xfrm>
              <a:off x="1799536" y="525583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1" name="object 2211" descr=""/>
            <p:cNvSpPr/>
            <p:nvPr/>
          </p:nvSpPr>
          <p:spPr>
            <a:xfrm>
              <a:off x="1799536" y="523449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1523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2" name="object 2212" descr=""/>
            <p:cNvSpPr/>
            <p:nvPr/>
          </p:nvSpPr>
          <p:spPr>
            <a:xfrm>
              <a:off x="1874974" y="5234494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0" y="17526"/>
                  </a:lnTo>
                  <a:lnTo>
                    <a:pt x="1524" y="20574"/>
                  </a:lnTo>
                  <a:lnTo>
                    <a:pt x="3810" y="21336"/>
                  </a:lnTo>
                  <a:lnTo>
                    <a:pt x="7620" y="21336"/>
                  </a:lnTo>
                  <a:lnTo>
                    <a:pt x="9906" y="20574"/>
                  </a:lnTo>
                  <a:lnTo>
                    <a:pt x="10668" y="19050"/>
                  </a:lnTo>
                  <a:lnTo>
                    <a:pt x="12192" y="17526"/>
                  </a:lnTo>
                  <a:lnTo>
                    <a:pt x="12192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3" name="object 2213" descr=""/>
            <p:cNvSpPr/>
            <p:nvPr/>
          </p:nvSpPr>
          <p:spPr>
            <a:xfrm>
              <a:off x="1896310" y="525583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121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4" name="object 2214" descr=""/>
            <p:cNvSpPr/>
            <p:nvPr/>
          </p:nvSpPr>
          <p:spPr>
            <a:xfrm>
              <a:off x="1896310" y="5234494"/>
              <a:ext cx="6350" cy="21590"/>
            </a:xfrm>
            <a:custGeom>
              <a:avLst/>
              <a:gdLst/>
              <a:ahLst/>
              <a:cxnLst/>
              <a:rect l="l" t="t" r="r" b="b"/>
              <a:pathLst>
                <a:path w="6350" h="21589">
                  <a:moveTo>
                    <a:pt x="6095" y="21336"/>
                  </a:moveTo>
                  <a:lnTo>
                    <a:pt x="6095" y="0"/>
                  </a:lnTo>
                  <a:lnTo>
                    <a:pt x="3809" y="3048"/>
                  </a:lnTo>
                  <a:lnTo>
                    <a:pt x="1523" y="4572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5" name="object 2215" descr=""/>
            <p:cNvSpPr/>
            <p:nvPr/>
          </p:nvSpPr>
          <p:spPr>
            <a:xfrm>
              <a:off x="1917645" y="5234494"/>
              <a:ext cx="13335" cy="21590"/>
            </a:xfrm>
            <a:custGeom>
              <a:avLst/>
              <a:gdLst/>
              <a:ahLst/>
              <a:cxnLst/>
              <a:rect l="l" t="t" r="r" b="b"/>
              <a:pathLst>
                <a:path w="13335" h="21589">
                  <a:moveTo>
                    <a:pt x="6857" y="9906"/>
                  </a:moveTo>
                  <a:lnTo>
                    <a:pt x="11429" y="12192"/>
                  </a:lnTo>
                  <a:lnTo>
                    <a:pt x="13233" y="16065"/>
                  </a:lnTo>
                  <a:lnTo>
                    <a:pt x="12547" y="19723"/>
                  </a:lnTo>
                  <a:lnTo>
                    <a:pt x="8381" y="21336"/>
                  </a:lnTo>
                  <a:lnTo>
                    <a:pt x="0" y="21336"/>
                  </a:lnTo>
                  <a:lnTo>
                    <a:pt x="0" y="0"/>
                  </a:lnTo>
                  <a:lnTo>
                    <a:pt x="6857" y="0"/>
                  </a:lnTo>
                  <a:lnTo>
                    <a:pt x="0" y="9906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6" name="object 2216" descr=""/>
            <p:cNvSpPr/>
            <p:nvPr/>
          </p:nvSpPr>
          <p:spPr>
            <a:xfrm>
              <a:off x="2191966" y="5353366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19" h="10160">
                  <a:moveTo>
                    <a:pt x="7619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7" name="object 2217" descr=""/>
            <p:cNvSpPr/>
            <p:nvPr/>
          </p:nvSpPr>
          <p:spPr>
            <a:xfrm>
              <a:off x="2186632" y="5341936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0" y="21336"/>
                  </a:moveTo>
                  <a:lnTo>
                    <a:pt x="0" y="0"/>
                  </a:lnTo>
                  <a:lnTo>
                    <a:pt x="8381" y="0"/>
                  </a:lnTo>
                  <a:lnTo>
                    <a:pt x="14795" y="2451"/>
                  </a:lnTo>
                  <a:lnTo>
                    <a:pt x="14693" y="8178"/>
                  </a:lnTo>
                  <a:lnTo>
                    <a:pt x="8382" y="11430"/>
                  </a:lnTo>
                  <a:lnTo>
                    <a:pt x="0" y="1143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8" name="object 2218" descr=""/>
            <p:cNvSpPr/>
            <p:nvPr/>
          </p:nvSpPr>
          <p:spPr>
            <a:xfrm>
              <a:off x="2207205" y="534193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1430" y="0"/>
                  </a:moveTo>
                  <a:lnTo>
                    <a:pt x="1524" y="0"/>
                  </a:lnTo>
                  <a:lnTo>
                    <a:pt x="0" y="9906"/>
                  </a:lnTo>
                  <a:lnTo>
                    <a:pt x="3048" y="8382"/>
                  </a:lnTo>
                  <a:lnTo>
                    <a:pt x="8382" y="8382"/>
                  </a:lnTo>
                  <a:lnTo>
                    <a:pt x="10668" y="9144"/>
                  </a:lnTo>
                  <a:lnTo>
                    <a:pt x="11430" y="9906"/>
                  </a:lnTo>
                  <a:lnTo>
                    <a:pt x="12192" y="12192"/>
                  </a:lnTo>
                  <a:lnTo>
                    <a:pt x="12192" y="17526"/>
                  </a:lnTo>
                  <a:lnTo>
                    <a:pt x="10668" y="20574"/>
                  </a:lnTo>
                  <a:lnTo>
                    <a:pt x="8382" y="21336"/>
                  </a:lnTo>
                  <a:lnTo>
                    <a:pt x="3048" y="21336"/>
                  </a:lnTo>
                  <a:lnTo>
                    <a:pt x="1524" y="20574"/>
                  </a:lnTo>
                  <a:lnTo>
                    <a:pt x="0" y="19050"/>
                  </a:lnTo>
                </a:path>
              </a:pathLst>
            </a:custGeom>
            <a:ln w="3175">
              <a:solidFill>
                <a:srgbClr val="0063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</dc:creator>
  <dc:title>Print Schematic</dc:title>
  <dcterms:created xsi:type="dcterms:W3CDTF">2025-07-01T18:25:51Z</dcterms:created>
  <dcterms:modified xsi:type="dcterms:W3CDTF">2025-07-01T18:25:51Z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2025-07-01T00:00:00Z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2025-07-01T00:00:00Z</vt:filetime>
  </property>
  <property fmtid="{D5CDD505-2E9C-101B-9397-08002B2CF9AE}" pid="5" name="Producer">
    <vt:lpwstr>Acrobat Distiller 24.0 (Windows)</vt:lpwstr>
  </property>
</Properties>
</file>